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69" r:id="rId5"/>
    <p:sldId id="299" r:id="rId6"/>
    <p:sldId id="272" r:id="rId7"/>
    <p:sldId id="296" r:id="rId8"/>
    <p:sldId id="297" r:id="rId9"/>
    <p:sldId id="300" r:id="rId10"/>
    <p:sldId id="273" r:id="rId11"/>
    <p:sldId id="306" r:id="rId12"/>
    <p:sldId id="304" r:id="rId13"/>
    <p:sldId id="303" r:id="rId14"/>
    <p:sldId id="295" r:id="rId15"/>
    <p:sldId id="286" r:id="rId16"/>
    <p:sldId id="288" r:id="rId17"/>
    <p:sldId id="294" r:id="rId18"/>
    <p:sldId id="307" r:id="rId25"/>
    <p:sldId id="308" r:id="rId26"/>
    <p:sldId id="309" r:id="rId27"/>
    <p:sldId id="310" r:id="rId28"/>
    <p:sldId id="311" r:id="rId29"/>
    <p:sldId id="31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4A4C65-A38A-4365-909D-F7ABB27C13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cs-CZ"/>
        </a:p>
      </dgm:t>
    </dgm:pt>
    <dgm:pt modelId="{A3E22A97-99F9-4436-8A31-DFD3095BBC52}">
      <dgm:prSet phldrT="[Text]" phldr="1"/>
      <dgm:spPr/>
      <dgm:t>
        <a:bodyPr/>
        <a:lstStyle/>
        <a:p>
          <a:endParaRPr lang="cs-CZ"/>
        </a:p>
      </dgm:t>
    </dgm:pt>
    <dgm:pt modelId="{E08AED13-47AC-41A4-B14A-AADB4DA417CE}" type="parTrans" cxnId="{D47A2230-805F-41BF-AFDE-096FD624A04B}">
      <dgm:prSet/>
      <dgm:spPr/>
      <dgm:t>
        <a:bodyPr/>
        <a:lstStyle/>
        <a:p>
          <a:endParaRPr lang="cs-CZ"/>
        </a:p>
      </dgm:t>
    </dgm:pt>
    <dgm:pt modelId="{50FBFCDB-ECAD-4D41-B701-BFB0A0374C8B}" type="sibTrans" cxnId="{D47A2230-805F-41BF-AFDE-096FD624A04B}">
      <dgm:prSet/>
      <dgm:spPr/>
      <dgm:t>
        <a:bodyPr/>
        <a:lstStyle/>
        <a:p>
          <a:endParaRPr lang="cs-CZ"/>
        </a:p>
      </dgm:t>
    </dgm:pt>
    <dgm:pt modelId="{7F6EE054-4D56-4B5E-BE59-2F60B9621680}">
      <dgm:prSet phldrT="[Text]" phldr="1"/>
      <dgm:spPr/>
      <dgm:t>
        <a:bodyPr/>
        <a:lstStyle/>
        <a:p>
          <a:endParaRPr lang="cs-CZ"/>
        </a:p>
      </dgm:t>
    </dgm:pt>
    <dgm:pt modelId="{41E372B9-A814-4136-A0CE-AB5AF5B7A738}" type="parTrans" cxnId="{58212667-B408-4DCE-BFD7-1E89B62C761F}">
      <dgm:prSet/>
      <dgm:spPr/>
      <dgm:t>
        <a:bodyPr/>
        <a:lstStyle/>
        <a:p>
          <a:endParaRPr lang="cs-CZ"/>
        </a:p>
      </dgm:t>
    </dgm:pt>
    <dgm:pt modelId="{B8148AD1-38F4-40D8-944F-412E364D09F7}" type="sibTrans" cxnId="{58212667-B408-4DCE-BFD7-1E89B62C761F}">
      <dgm:prSet/>
      <dgm:spPr/>
      <dgm:t>
        <a:bodyPr/>
        <a:lstStyle/>
        <a:p>
          <a:endParaRPr lang="cs-CZ"/>
        </a:p>
      </dgm:t>
    </dgm:pt>
    <dgm:pt modelId="{9A2459CD-6592-4BE8-A8A3-864CE526DC3C}">
      <dgm:prSet phldrT="[Text]" phldr="1"/>
      <dgm:spPr/>
      <dgm:t>
        <a:bodyPr/>
        <a:lstStyle/>
        <a:p>
          <a:endParaRPr lang="cs-CZ"/>
        </a:p>
      </dgm:t>
    </dgm:pt>
    <dgm:pt modelId="{96A4A92E-5FBB-41A1-9CFE-191A318FABC1}" type="parTrans" cxnId="{0C41EED0-B9AA-4F59-8325-BEA95572587B}">
      <dgm:prSet/>
      <dgm:spPr/>
      <dgm:t>
        <a:bodyPr/>
        <a:lstStyle/>
        <a:p>
          <a:endParaRPr lang="cs-CZ"/>
        </a:p>
      </dgm:t>
    </dgm:pt>
    <dgm:pt modelId="{4A74CAFF-60D5-4138-98F8-3D2F6D615A23}" type="sibTrans" cxnId="{0C41EED0-B9AA-4F59-8325-BEA95572587B}">
      <dgm:prSet/>
      <dgm:spPr/>
      <dgm:t>
        <a:bodyPr/>
        <a:lstStyle/>
        <a:p>
          <a:endParaRPr lang="cs-CZ"/>
        </a:p>
      </dgm:t>
    </dgm:pt>
    <dgm:pt modelId="{58B37CE9-A008-49EF-89FD-1CC1D7F2E377}">
      <dgm:prSet phldrT="[Text]" phldr="1"/>
      <dgm:spPr/>
      <dgm:t>
        <a:bodyPr/>
        <a:lstStyle/>
        <a:p>
          <a:endParaRPr lang="cs-CZ"/>
        </a:p>
      </dgm:t>
    </dgm:pt>
    <dgm:pt modelId="{CB9D5FE3-9380-41A1-BAF1-1D6761619D3D}" type="parTrans" cxnId="{A4187279-43C6-485D-8A37-6F11898D1FE6}">
      <dgm:prSet/>
      <dgm:spPr/>
      <dgm:t>
        <a:bodyPr/>
        <a:lstStyle/>
        <a:p>
          <a:endParaRPr lang="cs-CZ"/>
        </a:p>
      </dgm:t>
    </dgm:pt>
    <dgm:pt modelId="{FE9F9EA0-7A94-41D8-B001-DCC1E5100084}" type="sibTrans" cxnId="{A4187279-43C6-485D-8A37-6F11898D1FE6}">
      <dgm:prSet/>
      <dgm:spPr/>
      <dgm:t>
        <a:bodyPr/>
        <a:lstStyle/>
        <a:p>
          <a:endParaRPr lang="cs-CZ"/>
        </a:p>
      </dgm:t>
    </dgm:pt>
    <dgm:pt modelId="{38BA004D-8F14-4699-A7CE-27592AAA3D29}">
      <dgm:prSet phldrT="[Text]" phldr="1"/>
      <dgm:spPr/>
      <dgm:t>
        <a:bodyPr/>
        <a:lstStyle/>
        <a:p>
          <a:endParaRPr lang="cs-CZ"/>
        </a:p>
      </dgm:t>
    </dgm:pt>
    <dgm:pt modelId="{B26B6AAD-7D64-4273-83D8-4656240E4B48}" type="parTrans" cxnId="{DFD8A2B8-AC5F-4880-A169-8458281A27AF}">
      <dgm:prSet/>
      <dgm:spPr/>
      <dgm:t>
        <a:bodyPr/>
        <a:lstStyle/>
        <a:p>
          <a:endParaRPr lang="cs-CZ"/>
        </a:p>
      </dgm:t>
    </dgm:pt>
    <dgm:pt modelId="{9F1250E2-6584-4D63-9C0D-37743042B752}" type="sibTrans" cxnId="{DFD8A2B8-AC5F-4880-A169-8458281A27AF}">
      <dgm:prSet/>
      <dgm:spPr/>
      <dgm:t>
        <a:bodyPr/>
        <a:lstStyle/>
        <a:p>
          <a:endParaRPr lang="cs-CZ"/>
        </a:p>
      </dgm:t>
    </dgm:pt>
    <dgm:pt modelId="{1E23E385-34BA-449E-B375-5D3E452D61E6}" type="pres">
      <dgm:prSet presAssocID="{4C4A4C65-A38A-4365-909D-F7ABB27C13F5}" presName="diagram" presStyleCnt="0">
        <dgm:presLayoutVars>
          <dgm:dir/>
          <dgm:resizeHandles val="exact"/>
        </dgm:presLayoutVars>
      </dgm:prSet>
      <dgm:spPr/>
    </dgm:pt>
    <dgm:pt modelId="{1BD8E11B-64FD-44F8-BECE-7BB685F1B2B1}" type="pres">
      <dgm:prSet presAssocID="{A3E22A97-99F9-4436-8A31-DFD3095BBC52}" presName="node" presStyleLbl="node1" presStyleIdx="0" presStyleCnt="5">
        <dgm:presLayoutVars>
          <dgm:bulletEnabled val="1"/>
        </dgm:presLayoutVars>
      </dgm:prSet>
      <dgm:spPr/>
    </dgm:pt>
    <dgm:pt modelId="{B5EDCB5B-7815-48FE-898B-B49AB71AB6B3}" type="pres">
      <dgm:prSet presAssocID="{50FBFCDB-ECAD-4D41-B701-BFB0A0374C8B}" presName="sibTrans" presStyleCnt="0"/>
      <dgm:spPr/>
    </dgm:pt>
    <dgm:pt modelId="{A153A04B-2691-4753-BB1F-3DCD81649F3A}" type="pres">
      <dgm:prSet presAssocID="{7F6EE054-4D56-4B5E-BE59-2F60B9621680}" presName="node" presStyleLbl="node1" presStyleIdx="1" presStyleCnt="5">
        <dgm:presLayoutVars>
          <dgm:bulletEnabled val="1"/>
        </dgm:presLayoutVars>
      </dgm:prSet>
      <dgm:spPr/>
    </dgm:pt>
    <dgm:pt modelId="{D461FFCF-56E5-4BE1-899E-DF63DEF01E47}" type="pres">
      <dgm:prSet presAssocID="{B8148AD1-38F4-40D8-944F-412E364D09F7}" presName="sibTrans" presStyleCnt="0"/>
      <dgm:spPr/>
    </dgm:pt>
    <dgm:pt modelId="{9A5B3908-4BDF-420C-92B1-10A342A36FBE}" type="pres">
      <dgm:prSet presAssocID="{9A2459CD-6592-4BE8-A8A3-864CE526DC3C}" presName="node" presStyleLbl="node1" presStyleIdx="2" presStyleCnt="5">
        <dgm:presLayoutVars>
          <dgm:bulletEnabled val="1"/>
        </dgm:presLayoutVars>
      </dgm:prSet>
      <dgm:spPr/>
    </dgm:pt>
    <dgm:pt modelId="{41E15EE9-202C-40CE-980B-12907F34ABA3}" type="pres">
      <dgm:prSet presAssocID="{4A74CAFF-60D5-4138-98F8-3D2F6D615A23}" presName="sibTrans" presStyleCnt="0"/>
      <dgm:spPr/>
    </dgm:pt>
    <dgm:pt modelId="{6F83D776-88AB-43FF-B6DC-F0B47E71E3E2}" type="pres">
      <dgm:prSet presAssocID="{58B37CE9-A008-49EF-89FD-1CC1D7F2E377}" presName="node" presStyleLbl="node1" presStyleIdx="3" presStyleCnt="5">
        <dgm:presLayoutVars>
          <dgm:bulletEnabled val="1"/>
        </dgm:presLayoutVars>
      </dgm:prSet>
      <dgm:spPr/>
    </dgm:pt>
    <dgm:pt modelId="{C2E99CE3-E834-4EA3-953E-B28B5EC40967}" type="pres">
      <dgm:prSet presAssocID="{FE9F9EA0-7A94-41D8-B001-DCC1E5100084}" presName="sibTrans" presStyleCnt="0"/>
      <dgm:spPr/>
    </dgm:pt>
    <dgm:pt modelId="{3A4C289C-EB67-4253-9857-EB9F39BFBF07}" type="pres">
      <dgm:prSet presAssocID="{38BA004D-8F14-4699-A7CE-27592AAA3D29}" presName="node" presStyleLbl="node1" presStyleIdx="4" presStyleCnt="5">
        <dgm:presLayoutVars>
          <dgm:bulletEnabled val="1"/>
        </dgm:presLayoutVars>
      </dgm:prSet>
      <dgm:spPr/>
    </dgm:pt>
  </dgm:ptLst>
  <dgm:cxnLst>
    <dgm:cxn modelId="{7BCB1A21-294C-4C94-ABA6-3A962BB58655}" type="presOf" srcId="{A3E22A97-99F9-4436-8A31-DFD3095BBC52}" destId="{1BD8E11B-64FD-44F8-BECE-7BB685F1B2B1}" srcOrd="0" destOrd="0" presId="urn:microsoft.com/office/officeart/2005/8/layout/default"/>
    <dgm:cxn modelId="{D47A2230-805F-41BF-AFDE-096FD624A04B}" srcId="{4C4A4C65-A38A-4365-909D-F7ABB27C13F5}" destId="{A3E22A97-99F9-4436-8A31-DFD3095BBC52}" srcOrd="0" destOrd="0" parTransId="{E08AED13-47AC-41A4-B14A-AADB4DA417CE}" sibTransId="{50FBFCDB-ECAD-4D41-B701-BFB0A0374C8B}"/>
    <dgm:cxn modelId="{58212667-B408-4DCE-BFD7-1E89B62C761F}" srcId="{4C4A4C65-A38A-4365-909D-F7ABB27C13F5}" destId="{7F6EE054-4D56-4B5E-BE59-2F60B9621680}" srcOrd="1" destOrd="0" parTransId="{41E372B9-A814-4136-A0CE-AB5AF5B7A738}" sibTransId="{B8148AD1-38F4-40D8-944F-412E364D09F7}"/>
    <dgm:cxn modelId="{F8981D51-7A50-4F86-8C84-9A3D416DD632}" type="presOf" srcId="{9A2459CD-6592-4BE8-A8A3-864CE526DC3C}" destId="{9A5B3908-4BDF-420C-92B1-10A342A36FBE}" srcOrd="0" destOrd="0" presId="urn:microsoft.com/office/officeart/2005/8/layout/default"/>
    <dgm:cxn modelId="{A4187279-43C6-485D-8A37-6F11898D1FE6}" srcId="{4C4A4C65-A38A-4365-909D-F7ABB27C13F5}" destId="{58B37CE9-A008-49EF-89FD-1CC1D7F2E377}" srcOrd="3" destOrd="0" parTransId="{CB9D5FE3-9380-41A1-BAF1-1D6761619D3D}" sibTransId="{FE9F9EA0-7A94-41D8-B001-DCC1E5100084}"/>
    <dgm:cxn modelId="{B4ADF07A-A881-4D89-8BEB-0DD7C1325733}" type="presOf" srcId="{7F6EE054-4D56-4B5E-BE59-2F60B9621680}" destId="{A153A04B-2691-4753-BB1F-3DCD81649F3A}" srcOrd="0" destOrd="0" presId="urn:microsoft.com/office/officeart/2005/8/layout/default"/>
    <dgm:cxn modelId="{543FD187-2A40-44FD-86D4-C97EBE614C08}" type="presOf" srcId="{58B37CE9-A008-49EF-89FD-1CC1D7F2E377}" destId="{6F83D776-88AB-43FF-B6DC-F0B47E71E3E2}" srcOrd="0" destOrd="0" presId="urn:microsoft.com/office/officeart/2005/8/layout/default"/>
    <dgm:cxn modelId="{C65CEFA4-13C0-4F73-9EDA-704B808BECEF}" type="presOf" srcId="{38BA004D-8F14-4699-A7CE-27592AAA3D29}" destId="{3A4C289C-EB67-4253-9857-EB9F39BFBF07}" srcOrd="0" destOrd="0" presId="urn:microsoft.com/office/officeart/2005/8/layout/default"/>
    <dgm:cxn modelId="{F94687B7-C1D5-4993-9170-F674D068ECFC}" type="presOf" srcId="{4C4A4C65-A38A-4365-909D-F7ABB27C13F5}" destId="{1E23E385-34BA-449E-B375-5D3E452D61E6}" srcOrd="0" destOrd="0" presId="urn:microsoft.com/office/officeart/2005/8/layout/default"/>
    <dgm:cxn modelId="{DFD8A2B8-AC5F-4880-A169-8458281A27AF}" srcId="{4C4A4C65-A38A-4365-909D-F7ABB27C13F5}" destId="{38BA004D-8F14-4699-A7CE-27592AAA3D29}" srcOrd="4" destOrd="0" parTransId="{B26B6AAD-7D64-4273-83D8-4656240E4B48}" sibTransId="{9F1250E2-6584-4D63-9C0D-37743042B752}"/>
    <dgm:cxn modelId="{0C41EED0-B9AA-4F59-8325-BEA95572587B}" srcId="{4C4A4C65-A38A-4365-909D-F7ABB27C13F5}" destId="{9A2459CD-6592-4BE8-A8A3-864CE526DC3C}" srcOrd="2" destOrd="0" parTransId="{96A4A92E-5FBB-41A1-9CFE-191A318FABC1}" sibTransId="{4A74CAFF-60D5-4138-98F8-3D2F6D615A23}"/>
    <dgm:cxn modelId="{CFC0215C-2757-4E90-841C-499A13F1EA2D}" type="presParOf" srcId="{1E23E385-34BA-449E-B375-5D3E452D61E6}" destId="{1BD8E11B-64FD-44F8-BECE-7BB685F1B2B1}" srcOrd="0" destOrd="0" presId="urn:microsoft.com/office/officeart/2005/8/layout/default"/>
    <dgm:cxn modelId="{90CB8E4A-289D-4B51-9A5D-6F65E6F80410}" type="presParOf" srcId="{1E23E385-34BA-449E-B375-5D3E452D61E6}" destId="{B5EDCB5B-7815-48FE-898B-B49AB71AB6B3}" srcOrd="1" destOrd="0" presId="urn:microsoft.com/office/officeart/2005/8/layout/default"/>
    <dgm:cxn modelId="{A2547854-2D8C-4413-8AC9-37B7C8C33003}" type="presParOf" srcId="{1E23E385-34BA-449E-B375-5D3E452D61E6}" destId="{A153A04B-2691-4753-BB1F-3DCD81649F3A}" srcOrd="2" destOrd="0" presId="urn:microsoft.com/office/officeart/2005/8/layout/default"/>
    <dgm:cxn modelId="{F2E1AB82-245E-425F-AE69-3CD42D7BE3FE}" type="presParOf" srcId="{1E23E385-34BA-449E-B375-5D3E452D61E6}" destId="{D461FFCF-56E5-4BE1-899E-DF63DEF01E47}" srcOrd="3" destOrd="0" presId="urn:microsoft.com/office/officeart/2005/8/layout/default"/>
    <dgm:cxn modelId="{0C1A3BF0-D3E7-4339-86A1-077249F3B766}" type="presParOf" srcId="{1E23E385-34BA-449E-B375-5D3E452D61E6}" destId="{9A5B3908-4BDF-420C-92B1-10A342A36FBE}" srcOrd="4" destOrd="0" presId="urn:microsoft.com/office/officeart/2005/8/layout/default"/>
    <dgm:cxn modelId="{A38A0BEA-0054-4ABD-AB4A-C276182BB6A8}" type="presParOf" srcId="{1E23E385-34BA-449E-B375-5D3E452D61E6}" destId="{41E15EE9-202C-40CE-980B-12907F34ABA3}" srcOrd="5" destOrd="0" presId="urn:microsoft.com/office/officeart/2005/8/layout/default"/>
    <dgm:cxn modelId="{B73F8D67-11C5-4A59-BD66-3033C35213AD}" type="presParOf" srcId="{1E23E385-34BA-449E-B375-5D3E452D61E6}" destId="{6F83D776-88AB-43FF-B6DC-F0B47E71E3E2}" srcOrd="6" destOrd="0" presId="urn:microsoft.com/office/officeart/2005/8/layout/default"/>
    <dgm:cxn modelId="{90DBD9BD-3C02-431C-A5F7-26D7AAE760ED}" type="presParOf" srcId="{1E23E385-34BA-449E-B375-5D3E452D61E6}" destId="{C2E99CE3-E834-4EA3-953E-B28B5EC40967}" srcOrd="7" destOrd="0" presId="urn:microsoft.com/office/officeart/2005/8/layout/default"/>
    <dgm:cxn modelId="{1E94184C-7184-47F5-8E61-A48B3C3DA630}" type="presParOf" srcId="{1E23E385-34BA-449E-B375-5D3E452D61E6}" destId="{3A4C289C-EB67-4253-9857-EB9F39BFBF0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D8E11B-64FD-44F8-BECE-7BB685F1B2B1}">
      <dsp:nvSpPr>
        <dsp:cNvPr id="0" name=""/>
        <dsp:cNvSpPr/>
      </dsp:nvSpPr>
      <dsp:spPr>
        <a:xfrm>
          <a:off x="547854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369"/>
        <a:ext cx="2167155" cy="1300293"/>
      </dsp:txXfrm>
    </dsp:sp>
    <dsp:sp modelId="{A153A04B-2691-4753-BB1F-3DCD81649F3A}">
      <dsp:nvSpPr>
        <dsp:cNvPr id="0" name=""/>
        <dsp:cNvSpPr/>
      </dsp:nvSpPr>
      <dsp:spPr>
        <a:xfrm>
          <a:off x="2931726" y="1369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369"/>
        <a:ext cx="2167155" cy="1300293"/>
      </dsp:txXfrm>
    </dsp:sp>
    <dsp:sp modelId="{9A5B3908-4BDF-420C-92B1-10A342A36FBE}">
      <dsp:nvSpPr>
        <dsp:cNvPr id="0" name=""/>
        <dsp:cNvSpPr/>
      </dsp:nvSpPr>
      <dsp:spPr>
        <a:xfrm>
          <a:off x="547854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547854" y="1518378"/>
        <a:ext cx="2167155" cy="1300293"/>
      </dsp:txXfrm>
    </dsp:sp>
    <dsp:sp modelId="{6F83D776-88AB-43FF-B6DC-F0B47E71E3E2}">
      <dsp:nvSpPr>
        <dsp:cNvPr id="0" name=""/>
        <dsp:cNvSpPr/>
      </dsp:nvSpPr>
      <dsp:spPr>
        <a:xfrm>
          <a:off x="2931726" y="1518378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2931726" y="1518378"/>
        <a:ext cx="2167155" cy="1300293"/>
      </dsp:txXfrm>
    </dsp:sp>
    <dsp:sp modelId="{3A4C289C-EB67-4253-9857-EB9F39BFBF07}">
      <dsp:nvSpPr>
        <dsp:cNvPr id="0" name=""/>
        <dsp:cNvSpPr/>
      </dsp:nvSpPr>
      <dsp:spPr>
        <a:xfrm>
          <a:off x="1739790" y="3035387"/>
          <a:ext cx="2167155" cy="130029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900" kern="1200"/>
        </a:p>
      </dsp:txBody>
      <dsp:txXfrm>
        <a:off x="1739790" y="3035387"/>
        <a:ext cx="2167155" cy="1300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387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5927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006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29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8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Picture in of blue background</a:t>
            </a:r>
          </a:p>
          <a:p>
            <a:r>
              <a:rPr lang="en-GB" dirty="0"/>
              <a:t>No e corner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1 : Full </a:t>
            </a:r>
            <a:r>
              <a:rPr lang="en-GB" dirty="0" err="1"/>
              <a:t>pict</a:t>
            </a:r>
            <a:endParaRPr lang="en-GB" dirty="0"/>
          </a:p>
          <a:p>
            <a:r>
              <a:rPr lang="en-GB" dirty="0" err="1"/>
              <a:t>Opt</a:t>
            </a:r>
            <a:r>
              <a:rPr lang="en-GB" dirty="0"/>
              <a:t> 2 : Third banner vertical </a:t>
            </a:r>
          </a:p>
          <a:p>
            <a:endParaRPr lang="en-GB" dirty="0"/>
          </a:p>
          <a:p>
            <a:r>
              <a:rPr lang="en-GB" dirty="0"/>
              <a:t>Reduce green, play with dark blue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6367-8D66-C548-9361-CD3CCA1D57C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1977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B3362F3-2BC0-DF85-9FB0-0563E93952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0043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3362F3-2BC0-DF85-9FB0-0563E9395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Placeholder 16" descr="A person walking on a log in the woods&#10;&#10;Description automatically generated">
            <a:extLst>
              <a:ext uri="{FF2B5EF4-FFF2-40B4-BE49-F238E27FC236}">
                <a16:creationId xmlns:a16="http://schemas.microsoft.com/office/drawing/2014/main" id="{62D2B968-6260-8323-01E5-4DAB658C10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" r="16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08BD3-4961-9DF7-785C-DA6CDBA2FA93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5E40C74-FBFF-526F-AB6F-98FBDAE03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3" y="1351006"/>
            <a:ext cx="10118750" cy="2331308"/>
          </a:xfrm>
          <a:prstGeom prst="rect">
            <a:avLst/>
          </a:prstGeom>
        </p:spPr>
        <p:txBody>
          <a:bodyPr vert="horz" anchor="b">
            <a:noAutofit/>
          </a:bodyPr>
          <a:lstStyle/>
          <a:p>
            <a:r>
              <a:rPr lang="en-US" sz="4800" dirty="0">
                <a:latin typeface="Century Gothic"/>
                <a:cs typeface="Arial"/>
              </a:rPr>
              <a:t>PROJECT :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IMPLEMENTATION OF JUMBO BAG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IN </a:t>
            </a:r>
            <a:br>
              <a:rPr lang="en-US" sz="4800" dirty="0">
                <a:latin typeface="Century Gothic"/>
                <a:cs typeface="Arial"/>
              </a:rPr>
            </a:br>
            <a:r>
              <a:rPr lang="en-US" sz="4800" dirty="0">
                <a:latin typeface="Century Gothic"/>
                <a:cs typeface="Arial"/>
              </a:rPr>
              <a:t>PARACETAMOL EP API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470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D85E4B-58FA-6088-10EE-969C34FB179A}"/>
              </a:ext>
            </a:extLst>
          </p:cNvPr>
          <p:cNvSpPr/>
          <p:nvPr/>
        </p:nvSpPr>
        <p:spPr>
          <a:xfrm>
            <a:off x="0" y="0"/>
            <a:ext cx="12192000" cy="5859463"/>
          </a:xfrm>
          <a:prstGeom prst="rect">
            <a:avLst/>
          </a:prstGeom>
          <a:gradFill>
            <a:gsLst>
              <a:gs pos="22000">
                <a:schemeClr val="accent1"/>
              </a:gs>
              <a:gs pos="97000">
                <a:schemeClr val="accent2">
                  <a:alpha val="31000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43558C1-92B2-027B-5477-0ECE9B209E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B21DA95-580C-4CB2-5BCC-445C1BCE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324" y="1351006"/>
            <a:ext cx="10007912" cy="2331308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/>
            <a:r>
              <a:rPr lang="en-US" sz="3200" b="0" dirty="0">
                <a:solidFill>
                  <a:schemeClr val="bg1"/>
                </a:solidFill>
                <a:latin typeface="Century Gothic" panose="020B0502020202020204" pitchFamily="34" charset="0"/>
              </a:rPr>
              <a:t>THIS PPT. IS PREPARED TO UNDERSTAND THE PROJECT TIMELINES AND LEARNINGS FROM THE PROJECT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ign on a pole next to a building&#10;&#10;Description automatically generated">
            <a:extLst>
              <a:ext uri="{FF2B5EF4-FFF2-40B4-BE49-F238E27FC236}">
                <a16:creationId xmlns:a16="http://schemas.microsoft.com/office/drawing/2014/main" id="{FE4A9169-7CEB-2FD7-C3CF-7852FC6A42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0125"/>
          <a:stretch/>
        </p:blipFill>
        <p:spPr>
          <a:xfrm>
            <a:off x="0" y="0"/>
            <a:ext cx="12191999" cy="58622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1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EEF116F-B42C-851D-1FCC-5AB7887A41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D2C35D-04E9-CF2C-1A75-300508FCE7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0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13838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65B9BAE-88E7-EF86-7841-B878600EE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DDD81604-B0C9-1C61-DEA6-B9231811C8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Picture 16" descr="A group of people walking in front of a building&#10;&#10;Description automatically generated">
            <a:extLst>
              <a:ext uri="{FF2B5EF4-FFF2-40B4-BE49-F238E27FC236}">
                <a16:creationId xmlns:a16="http://schemas.microsoft.com/office/drawing/2014/main" id="{4CE83431-E525-E15C-C9C5-38940B12BE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1914" y="0"/>
            <a:ext cx="7910085" cy="586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43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hands in a circle&#10;&#10;Description automatically generated">
            <a:extLst>
              <a:ext uri="{FF2B5EF4-FFF2-40B4-BE49-F238E27FC236}">
                <a16:creationId xmlns:a16="http://schemas.microsoft.com/office/drawing/2014/main" id="{2095DD63-9BDA-791C-F407-4A216B40ADD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305830" y="-1023913"/>
            <a:ext cx="5862258" cy="79100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427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E9F71EB-A463-68AC-7683-D571C19E0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1A9CB45B-AAFD-C7DC-C579-FB9CB9C7A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208168"/>
            <a:ext cx="599117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208168"/>
            <a:ext cx="977348" cy="365125"/>
          </a:xfrm>
        </p:spPr>
        <p:txBody>
          <a:bodyPr/>
          <a:lstStyle/>
          <a:p>
            <a:fld id="{777BCB72-0D90-E145-8401-3E0E6DF9B0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F1338B-01F0-16E5-A82D-6800A03F521D}"/>
              </a:ext>
            </a:extLst>
          </p:cNvPr>
          <p:cNvSpPr/>
          <p:nvPr/>
        </p:nvSpPr>
        <p:spPr>
          <a:xfrm>
            <a:off x="0" y="0"/>
            <a:ext cx="4281488" cy="5862257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itle 27">
            <a:extLst>
              <a:ext uri="{FF2B5EF4-FFF2-40B4-BE49-F238E27FC236}">
                <a16:creationId xmlns:a16="http://schemas.microsoft.com/office/drawing/2014/main" id="{4AE24B64-408E-427F-AF7B-EEC5258FB4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6BDC9B22-6552-CBD6-738C-11C15E9EB3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444E4D-1F0E-C54C-A178-DE1322E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39FDC-3E08-284D-A2D5-D1473DB9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4D342B0-938A-785C-FE79-7E43B29D8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58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B95B80-4240-6196-DD0F-D53E54C3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Style box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0F0D1-F37E-B39B-183D-BB57D1A23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Copy &amp; Paste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2F78-8CFB-3367-B22B-761DA4B2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CA801-C452-9167-BF42-95840EA2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8520C-505D-83B8-4CA8-060BDDC382A6}"/>
              </a:ext>
            </a:extLst>
          </p:cNvPr>
          <p:cNvSpPr/>
          <p:nvPr/>
        </p:nvSpPr>
        <p:spPr>
          <a:xfrm>
            <a:off x="455168" y="1588982"/>
            <a:ext cx="1916640" cy="1916640"/>
          </a:xfrm>
          <a:prstGeom prst="rect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6A870-C818-FCB0-4D49-93693E7381FE}"/>
              </a:ext>
            </a:extLst>
          </p:cNvPr>
          <p:cNvSpPr/>
          <p:nvPr/>
        </p:nvSpPr>
        <p:spPr>
          <a:xfrm>
            <a:off x="2539271" y="1588982"/>
            <a:ext cx="1916640" cy="1916640"/>
          </a:xfrm>
          <a:prstGeom prst="rect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square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401E5E-C018-ED51-CE47-C11673E11104}"/>
              </a:ext>
            </a:extLst>
          </p:cNvPr>
          <p:cNvSpPr/>
          <p:nvPr/>
        </p:nvSpPr>
        <p:spPr>
          <a:xfrm>
            <a:off x="455168" y="3687317"/>
            <a:ext cx="1916640" cy="1916640"/>
          </a:xfrm>
          <a:prstGeom prst="ellipse">
            <a:avLst/>
          </a:prstGeom>
          <a:noFill/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AD5C36-C672-1032-61CC-D7771DFD7D5D}"/>
              </a:ext>
            </a:extLst>
          </p:cNvPr>
          <p:cNvSpPr/>
          <p:nvPr/>
        </p:nvSpPr>
        <p:spPr>
          <a:xfrm>
            <a:off x="2643246" y="3687317"/>
            <a:ext cx="1916640" cy="1916640"/>
          </a:xfrm>
          <a:prstGeom prst="ellipse">
            <a:avLst/>
          </a:pr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636350"/>
                      <a:gd name="connsiteY0" fmla="*/ 0 h 1776549"/>
                      <a:gd name="connsiteX1" fmla="*/ 1636350 w 1636350"/>
                      <a:gd name="connsiteY1" fmla="*/ 0 h 1776549"/>
                      <a:gd name="connsiteX2" fmla="*/ 1636350 w 1636350"/>
                      <a:gd name="connsiteY2" fmla="*/ 1776549 h 1776549"/>
                      <a:gd name="connsiteX3" fmla="*/ 0 w 1636350"/>
                      <a:gd name="connsiteY3" fmla="*/ 1776549 h 1776549"/>
                      <a:gd name="connsiteX4" fmla="*/ 0 w 1636350"/>
                      <a:gd name="connsiteY4" fmla="*/ 0 h 1776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6350" h="1776549" extrusionOk="0">
                        <a:moveTo>
                          <a:pt x="0" y="0"/>
                        </a:moveTo>
                        <a:cubicBezTo>
                          <a:pt x="575529" y="-82775"/>
                          <a:pt x="1079243" y="-20502"/>
                          <a:pt x="1636350" y="0"/>
                        </a:cubicBezTo>
                        <a:cubicBezTo>
                          <a:pt x="1747329" y="802671"/>
                          <a:pt x="1561328" y="1116635"/>
                          <a:pt x="1636350" y="1776549"/>
                        </a:cubicBezTo>
                        <a:cubicBezTo>
                          <a:pt x="971019" y="1653849"/>
                          <a:pt x="307380" y="1679277"/>
                          <a:pt x="0" y="1776549"/>
                        </a:cubicBezTo>
                        <a:cubicBezTo>
                          <a:pt x="-22777" y="1369505"/>
                          <a:pt x="-155920" y="75925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Small 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call-out round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EB99587-66A1-58B7-A154-B0DF16746647}"/>
              </a:ext>
            </a:extLst>
          </p:cNvPr>
          <p:cNvSpPr txBox="1">
            <a:spLocks/>
          </p:cNvSpPr>
          <p:nvPr/>
        </p:nvSpPr>
        <p:spPr>
          <a:xfrm>
            <a:off x="4885773" y="2733216"/>
            <a:ext cx="3172217" cy="6957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B68E954-73B1-A6D7-4E30-F606323DDDF2}"/>
              </a:ext>
            </a:extLst>
          </p:cNvPr>
          <p:cNvSpPr txBox="1">
            <a:spLocks/>
          </p:cNvSpPr>
          <p:nvPr/>
        </p:nvSpPr>
        <p:spPr>
          <a:xfrm>
            <a:off x="8525499" y="2733216"/>
            <a:ext cx="3172217" cy="695784"/>
          </a:xfrm>
          <a:custGeom>
            <a:avLst/>
            <a:gdLst>
              <a:gd name="csX0" fmla="*/ 0 w 3172217"/>
              <a:gd name="csY0" fmla="*/ 347892 h 695784"/>
              <a:gd name="csX1" fmla="*/ 347892 w 3172217"/>
              <a:gd name="csY1" fmla="*/ 0 h 695784"/>
              <a:gd name="csX2" fmla="*/ 917472 w 3172217"/>
              <a:gd name="csY2" fmla="*/ 0 h 695784"/>
              <a:gd name="csX3" fmla="*/ 1536580 w 3172217"/>
              <a:gd name="csY3" fmla="*/ 0 h 695784"/>
              <a:gd name="csX4" fmla="*/ 2130924 w 3172217"/>
              <a:gd name="csY4" fmla="*/ 0 h 695784"/>
              <a:gd name="csX5" fmla="*/ 2824325 w 3172217"/>
              <a:gd name="csY5" fmla="*/ 0 h 695784"/>
              <a:gd name="csX6" fmla="*/ 3172217 w 3172217"/>
              <a:gd name="csY6" fmla="*/ 347892 h 695784"/>
              <a:gd name="csX7" fmla="*/ 3172217 w 3172217"/>
              <a:gd name="csY7" fmla="*/ 347892 h 695784"/>
              <a:gd name="csX8" fmla="*/ 2824325 w 3172217"/>
              <a:gd name="csY8" fmla="*/ 695784 h 695784"/>
              <a:gd name="csX9" fmla="*/ 2229981 w 3172217"/>
              <a:gd name="csY9" fmla="*/ 695784 h 695784"/>
              <a:gd name="csX10" fmla="*/ 1610873 w 3172217"/>
              <a:gd name="csY10" fmla="*/ 695784 h 695784"/>
              <a:gd name="csX11" fmla="*/ 1066058 w 3172217"/>
              <a:gd name="csY11" fmla="*/ 695784 h 695784"/>
              <a:gd name="csX12" fmla="*/ 347892 w 3172217"/>
              <a:gd name="csY12" fmla="*/ 695784 h 695784"/>
              <a:gd name="csX13" fmla="*/ 0 w 3172217"/>
              <a:gd name="csY13" fmla="*/ 347892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172217" h="695784" fill="none" extrusionOk="0">
                <a:moveTo>
                  <a:pt x="0" y="347892"/>
                </a:moveTo>
                <a:cubicBezTo>
                  <a:pt x="25823" y="133148"/>
                  <a:pt x="158560" y="-13185"/>
                  <a:pt x="347892" y="0"/>
                </a:cubicBezTo>
                <a:cubicBezTo>
                  <a:pt x="594193" y="6890"/>
                  <a:pt x="787741" y="24655"/>
                  <a:pt x="917472" y="0"/>
                </a:cubicBezTo>
                <a:cubicBezTo>
                  <a:pt x="1047203" y="-24655"/>
                  <a:pt x="1251682" y="6876"/>
                  <a:pt x="1536580" y="0"/>
                </a:cubicBezTo>
                <a:cubicBezTo>
                  <a:pt x="1821478" y="-6876"/>
                  <a:pt x="1905795" y="20636"/>
                  <a:pt x="2130924" y="0"/>
                </a:cubicBezTo>
                <a:cubicBezTo>
                  <a:pt x="2356053" y="-20636"/>
                  <a:pt x="2639903" y="7118"/>
                  <a:pt x="2824325" y="0"/>
                </a:cubicBezTo>
                <a:cubicBezTo>
                  <a:pt x="3043869" y="20367"/>
                  <a:pt x="3170315" y="200974"/>
                  <a:pt x="3172217" y="347892"/>
                </a:cubicBezTo>
                <a:lnTo>
                  <a:pt x="3172217" y="347892"/>
                </a:lnTo>
                <a:cubicBezTo>
                  <a:pt x="3189677" y="529670"/>
                  <a:pt x="2994158" y="731190"/>
                  <a:pt x="2824325" y="695784"/>
                </a:cubicBezTo>
                <a:cubicBezTo>
                  <a:pt x="2684454" y="688939"/>
                  <a:pt x="2395719" y="704833"/>
                  <a:pt x="2229981" y="695784"/>
                </a:cubicBezTo>
                <a:cubicBezTo>
                  <a:pt x="2064243" y="686735"/>
                  <a:pt x="1748890" y="671201"/>
                  <a:pt x="1610873" y="695784"/>
                </a:cubicBezTo>
                <a:cubicBezTo>
                  <a:pt x="1472856" y="720367"/>
                  <a:pt x="1301140" y="716840"/>
                  <a:pt x="1066058" y="695784"/>
                </a:cubicBezTo>
                <a:cubicBezTo>
                  <a:pt x="830977" y="674728"/>
                  <a:pt x="541614" y="731083"/>
                  <a:pt x="347892" y="695784"/>
                </a:cubicBezTo>
                <a:cubicBezTo>
                  <a:pt x="135998" y="735449"/>
                  <a:pt x="-4317" y="534300"/>
                  <a:pt x="0" y="347892"/>
                </a:cubicBezTo>
                <a:close/>
              </a:path>
              <a:path w="3172217" h="695784" stroke="0" extrusionOk="0">
                <a:moveTo>
                  <a:pt x="0" y="347892"/>
                </a:moveTo>
                <a:cubicBezTo>
                  <a:pt x="-18268" y="144489"/>
                  <a:pt x="135256" y="7694"/>
                  <a:pt x="347892" y="0"/>
                </a:cubicBezTo>
                <a:cubicBezTo>
                  <a:pt x="522398" y="-2072"/>
                  <a:pt x="769507" y="28894"/>
                  <a:pt x="1016529" y="0"/>
                </a:cubicBezTo>
                <a:cubicBezTo>
                  <a:pt x="1263551" y="-28894"/>
                  <a:pt x="1362154" y="-11141"/>
                  <a:pt x="1610873" y="0"/>
                </a:cubicBezTo>
                <a:cubicBezTo>
                  <a:pt x="1859592" y="11141"/>
                  <a:pt x="1991244" y="9071"/>
                  <a:pt x="2180452" y="0"/>
                </a:cubicBezTo>
                <a:cubicBezTo>
                  <a:pt x="2369660" y="-9071"/>
                  <a:pt x="2524394" y="8167"/>
                  <a:pt x="2824325" y="0"/>
                </a:cubicBezTo>
                <a:cubicBezTo>
                  <a:pt x="3033374" y="-34808"/>
                  <a:pt x="3163948" y="154491"/>
                  <a:pt x="3172217" y="347892"/>
                </a:cubicBezTo>
                <a:lnTo>
                  <a:pt x="3172217" y="347892"/>
                </a:lnTo>
                <a:cubicBezTo>
                  <a:pt x="3138377" y="571887"/>
                  <a:pt x="3013241" y="665086"/>
                  <a:pt x="2824325" y="695784"/>
                </a:cubicBezTo>
                <a:cubicBezTo>
                  <a:pt x="2628044" y="703741"/>
                  <a:pt x="2354610" y="714165"/>
                  <a:pt x="2155688" y="695784"/>
                </a:cubicBezTo>
                <a:cubicBezTo>
                  <a:pt x="1956766" y="677403"/>
                  <a:pt x="1780343" y="702087"/>
                  <a:pt x="1586109" y="695784"/>
                </a:cubicBezTo>
                <a:cubicBezTo>
                  <a:pt x="1391875" y="689481"/>
                  <a:pt x="1268025" y="696059"/>
                  <a:pt x="967000" y="695784"/>
                </a:cubicBezTo>
                <a:cubicBezTo>
                  <a:pt x="665975" y="695509"/>
                  <a:pt x="524259" y="685723"/>
                  <a:pt x="347892" y="695784"/>
                </a:cubicBezTo>
                <a:cubicBezTo>
                  <a:pt x="161703" y="704942"/>
                  <a:pt x="23046" y="568257"/>
                  <a:pt x="0" y="347892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5000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sz="1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0064576-AA2E-696D-D033-15485B99733B}"/>
              </a:ext>
            </a:extLst>
          </p:cNvPr>
          <p:cNvSpPr txBox="1">
            <a:spLocks/>
          </p:cNvSpPr>
          <p:nvPr/>
        </p:nvSpPr>
        <p:spPr>
          <a:xfrm>
            <a:off x="4885773" y="3687549"/>
            <a:ext cx="3099361" cy="69578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6395ACB1-CE7F-D2B0-2D44-CA551D48CFE3}"/>
              </a:ext>
            </a:extLst>
          </p:cNvPr>
          <p:cNvSpPr txBox="1">
            <a:spLocks/>
          </p:cNvSpPr>
          <p:nvPr/>
        </p:nvSpPr>
        <p:spPr>
          <a:xfrm>
            <a:off x="8598355" y="3687549"/>
            <a:ext cx="3099361" cy="695784"/>
          </a:xfrm>
          <a:custGeom>
            <a:avLst/>
            <a:gdLst>
              <a:gd name="csX0" fmla="*/ 0 w 3099361"/>
              <a:gd name="csY0" fmla="*/ 0 h 695784"/>
              <a:gd name="csX1" fmla="*/ 588879 w 3099361"/>
              <a:gd name="csY1" fmla="*/ 0 h 695784"/>
              <a:gd name="csX2" fmla="*/ 1208751 w 3099361"/>
              <a:gd name="csY2" fmla="*/ 0 h 695784"/>
              <a:gd name="csX3" fmla="*/ 1859617 w 3099361"/>
              <a:gd name="csY3" fmla="*/ 0 h 695784"/>
              <a:gd name="csX4" fmla="*/ 2510482 w 3099361"/>
              <a:gd name="csY4" fmla="*/ 0 h 695784"/>
              <a:gd name="csX5" fmla="*/ 3099361 w 3099361"/>
              <a:gd name="csY5" fmla="*/ 0 h 695784"/>
              <a:gd name="csX6" fmla="*/ 3099361 w 3099361"/>
              <a:gd name="csY6" fmla="*/ 695784 h 695784"/>
              <a:gd name="csX7" fmla="*/ 2417502 w 3099361"/>
              <a:gd name="csY7" fmla="*/ 695784 h 695784"/>
              <a:gd name="csX8" fmla="*/ 1735642 w 3099361"/>
              <a:gd name="csY8" fmla="*/ 695784 h 695784"/>
              <a:gd name="csX9" fmla="*/ 1115770 w 3099361"/>
              <a:gd name="csY9" fmla="*/ 695784 h 695784"/>
              <a:gd name="csX10" fmla="*/ 0 w 3099361"/>
              <a:gd name="csY10" fmla="*/ 695784 h 695784"/>
              <a:gd name="csX11" fmla="*/ 0 w 3099361"/>
              <a:gd name="csY11" fmla="*/ 0 h 695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099361" h="695784" fill="none" extrusionOk="0">
                <a:moveTo>
                  <a:pt x="0" y="0"/>
                </a:moveTo>
                <a:cubicBezTo>
                  <a:pt x="285850" y="25287"/>
                  <a:pt x="441680" y="-25897"/>
                  <a:pt x="588879" y="0"/>
                </a:cubicBezTo>
                <a:cubicBezTo>
                  <a:pt x="736078" y="25897"/>
                  <a:pt x="902796" y="11060"/>
                  <a:pt x="1208751" y="0"/>
                </a:cubicBezTo>
                <a:cubicBezTo>
                  <a:pt x="1514706" y="-11060"/>
                  <a:pt x="1721809" y="21684"/>
                  <a:pt x="1859617" y="0"/>
                </a:cubicBezTo>
                <a:cubicBezTo>
                  <a:pt x="1997425" y="-21684"/>
                  <a:pt x="2373638" y="29261"/>
                  <a:pt x="2510482" y="0"/>
                </a:cubicBezTo>
                <a:cubicBezTo>
                  <a:pt x="2647327" y="-29261"/>
                  <a:pt x="2909310" y="19902"/>
                  <a:pt x="3099361" y="0"/>
                </a:cubicBezTo>
                <a:cubicBezTo>
                  <a:pt x="3083591" y="210253"/>
                  <a:pt x="3114998" y="515204"/>
                  <a:pt x="3099361" y="695784"/>
                </a:cubicBezTo>
                <a:cubicBezTo>
                  <a:pt x="2825353" y="705141"/>
                  <a:pt x="2556333" y="665104"/>
                  <a:pt x="2417502" y="695784"/>
                </a:cubicBezTo>
                <a:cubicBezTo>
                  <a:pt x="2278671" y="726464"/>
                  <a:pt x="2014740" y="716266"/>
                  <a:pt x="1735642" y="695784"/>
                </a:cubicBezTo>
                <a:cubicBezTo>
                  <a:pt x="1456544" y="675302"/>
                  <a:pt x="1343575" y="710358"/>
                  <a:pt x="1115770" y="695784"/>
                </a:cubicBezTo>
                <a:cubicBezTo>
                  <a:pt x="887965" y="681210"/>
                  <a:pt x="396665" y="747859"/>
                  <a:pt x="0" y="695784"/>
                </a:cubicBezTo>
                <a:cubicBezTo>
                  <a:pt x="-31456" y="552994"/>
                  <a:pt x="17615" y="146672"/>
                  <a:pt x="0" y="0"/>
                </a:cubicBezTo>
                <a:close/>
              </a:path>
              <a:path w="3099361" h="695784" stroke="0" extrusionOk="0">
                <a:moveTo>
                  <a:pt x="0" y="0"/>
                </a:moveTo>
                <a:cubicBezTo>
                  <a:pt x="260309" y="-12090"/>
                  <a:pt x="391799" y="-12264"/>
                  <a:pt x="588879" y="0"/>
                </a:cubicBezTo>
                <a:cubicBezTo>
                  <a:pt x="785959" y="12264"/>
                  <a:pt x="990861" y="24083"/>
                  <a:pt x="1115770" y="0"/>
                </a:cubicBezTo>
                <a:cubicBezTo>
                  <a:pt x="1240679" y="-24083"/>
                  <a:pt x="1459347" y="18553"/>
                  <a:pt x="1797629" y="0"/>
                </a:cubicBezTo>
                <a:cubicBezTo>
                  <a:pt x="2135911" y="-18553"/>
                  <a:pt x="2197717" y="1659"/>
                  <a:pt x="2386508" y="0"/>
                </a:cubicBezTo>
                <a:cubicBezTo>
                  <a:pt x="2575299" y="-1659"/>
                  <a:pt x="2953757" y="7752"/>
                  <a:pt x="3099361" y="0"/>
                </a:cubicBezTo>
                <a:cubicBezTo>
                  <a:pt x="3090139" y="214377"/>
                  <a:pt x="3132024" y="540838"/>
                  <a:pt x="3099361" y="695784"/>
                </a:cubicBezTo>
                <a:cubicBezTo>
                  <a:pt x="2796683" y="715929"/>
                  <a:pt x="2703714" y="678438"/>
                  <a:pt x="2479489" y="695784"/>
                </a:cubicBezTo>
                <a:cubicBezTo>
                  <a:pt x="2255264" y="713130"/>
                  <a:pt x="1965762" y="708194"/>
                  <a:pt x="1797629" y="695784"/>
                </a:cubicBezTo>
                <a:cubicBezTo>
                  <a:pt x="1629496" y="683374"/>
                  <a:pt x="1502131" y="712422"/>
                  <a:pt x="1270738" y="695784"/>
                </a:cubicBezTo>
                <a:cubicBezTo>
                  <a:pt x="1039345" y="679146"/>
                  <a:pt x="834312" y="691906"/>
                  <a:pt x="650866" y="695784"/>
                </a:cubicBezTo>
                <a:cubicBezTo>
                  <a:pt x="467420" y="699662"/>
                  <a:pt x="167148" y="695790"/>
                  <a:pt x="0" y="695784"/>
                </a:cubicBezTo>
                <a:cubicBezTo>
                  <a:pt x="-738" y="461162"/>
                  <a:pt x="-19372" y="2023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8C35F765-CE30-499A-CC70-22DE981B2AEA}"/>
              </a:ext>
            </a:extLst>
          </p:cNvPr>
          <p:cNvSpPr txBox="1">
            <a:spLocks/>
          </p:cNvSpPr>
          <p:nvPr/>
        </p:nvSpPr>
        <p:spPr>
          <a:xfrm>
            <a:off x="4885773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58B1AB8-B2F0-92B1-6C74-DF07217EFAF0}"/>
              </a:ext>
            </a:extLst>
          </p:cNvPr>
          <p:cNvSpPr txBox="1">
            <a:spLocks/>
          </p:cNvSpPr>
          <p:nvPr/>
        </p:nvSpPr>
        <p:spPr>
          <a:xfrm>
            <a:off x="8598355" y="4641883"/>
            <a:ext cx="3099361" cy="69578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466898"/>
                      <a:gd name="connsiteY0" fmla="*/ 0 h 329308"/>
                      <a:gd name="connsiteX1" fmla="*/ 518304 w 1466898"/>
                      <a:gd name="connsiteY1" fmla="*/ 0 h 329308"/>
                      <a:gd name="connsiteX2" fmla="*/ 1021939 w 1466898"/>
                      <a:gd name="connsiteY2" fmla="*/ 0 h 329308"/>
                      <a:gd name="connsiteX3" fmla="*/ 1466898 w 1466898"/>
                      <a:gd name="connsiteY3" fmla="*/ 0 h 329308"/>
                      <a:gd name="connsiteX4" fmla="*/ 1466898 w 1466898"/>
                      <a:gd name="connsiteY4" fmla="*/ 329308 h 329308"/>
                      <a:gd name="connsiteX5" fmla="*/ 1007270 w 1466898"/>
                      <a:gd name="connsiteY5" fmla="*/ 329308 h 329308"/>
                      <a:gd name="connsiteX6" fmla="*/ 518304 w 1466898"/>
                      <a:gd name="connsiteY6" fmla="*/ 329308 h 329308"/>
                      <a:gd name="connsiteX7" fmla="*/ 0 w 1466898"/>
                      <a:gd name="connsiteY7" fmla="*/ 329308 h 329308"/>
                      <a:gd name="connsiteX8" fmla="*/ 0 w 1466898"/>
                      <a:gd name="connsiteY8" fmla="*/ 0 h 3293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466898" h="329308" fill="none" extrusionOk="0">
                        <a:moveTo>
                          <a:pt x="0" y="0"/>
                        </a:moveTo>
                        <a:cubicBezTo>
                          <a:pt x="206796" y="-4304"/>
                          <a:pt x="360424" y="-7389"/>
                          <a:pt x="518304" y="0"/>
                        </a:cubicBezTo>
                        <a:cubicBezTo>
                          <a:pt x="676184" y="7389"/>
                          <a:pt x="835248" y="-2722"/>
                          <a:pt x="1021939" y="0"/>
                        </a:cubicBezTo>
                        <a:cubicBezTo>
                          <a:pt x="1208630" y="2722"/>
                          <a:pt x="1299295" y="8599"/>
                          <a:pt x="1466898" y="0"/>
                        </a:cubicBezTo>
                        <a:cubicBezTo>
                          <a:pt x="1475936" y="94623"/>
                          <a:pt x="1478907" y="191996"/>
                          <a:pt x="1466898" y="329308"/>
                        </a:cubicBezTo>
                        <a:cubicBezTo>
                          <a:pt x="1334052" y="313153"/>
                          <a:pt x="1168672" y="321512"/>
                          <a:pt x="1007270" y="329308"/>
                        </a:cubicBezTo>
                        <a:cubicBezTo>
                          <a:pt x="845868" y="337104"/>
                          <a:pt x="706688" y="310284"/>
                          <a:pt x="518304" y="329308"/>
                        </a:cubicBezTo>
                        <a:cubicBezTo>
                          <a:pt x="329920" y="348332"/>
                          <a:pt x="147441" y="346668"/>
                          <a:pt x="0" y="329308"/>
                        </a:cubicBezTo>
                        <a:cubicBezTo>
                          <a:pt x="-4016" y="215139"/>
                          <a:pt x="5420" y="108319"/>
                          <a:pt x="0" y="0"/>
                        </a:cubicBezTo>
                        <a:close/>
                      </a:path>
                      <a:path w="1466898" h="329308" stroke="0" extrusionOk="0">
                        <a:moveTo>
                          <a:pt x="0" y="0"/>
                        </a:moveTo>
                        <a:cubicBezTo>
                          <a:pt x="101618" y="-12574"/>
                          <a:pt x="317853" y="20050"/>
                          <a:pt x="474297" y="0"/>
                        </a:cubicBezTo>
                        <a:cubicBezTo>
                          <a:pt x="630741" y="-20050"/>
                          <a:pt x="768271" y="15572"/>
                          <a:pt x="919256" y="0"/>
                        </a:cubicBezTo>
                        <a:cubicBezTo>
                          <a:pt x="1070241" y="-15572"/>
                          <a:pt x="1349299" y="-9248"/>
                          <a:pt x="1466898" y="0"/>
                        </a:cubicBezTo>
                        <a:cubicBezTo>
                          <a:pt x="1463130" y="83174"/>
                          <a:pt x="1454605" y="252789"/>
                          <a:pt x="1466898" y="329308"/>
                        </a:cubicBezTo>
                        <a:cubicBezTo>
                          <a:pt x="1251014" y="350574"/>
                          <a:pt x="1211744" y="335018"/>
                          <a:pt x="1007270" y="329308"/>
                        </a:cubicBezTo>
                        <a:cubicBezTo>
                          <a:pt x="802796" y="323598"/>
                          <a:pt x="740621" y="347040"/>
                          <a:pt x="488966" y="329308"/>
                        </a:cubicBezTo>
                        <a:cubicBezTo>
                          <a:pt x="237311" y="311576"/>
                          <a:pt x="225715" y="348432"/>
                          <a:pt x="0" y="329308"/>
                        </a:cubicBezTo>
                        <a:cubicBezTo>
                          <a:pt x="7360" y="190636"/>
                          <a:pt x="5710" y="824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l" defTabSz="720042" rtl="0" eaLnBrk="1" latinLnBrk="0" hangingPunct="1">
              <a:lnSpc>
                <a:spcPct val="90000"/>
              </a:lnSpc>
              <a:spcBef>
                <a:spcPts val="788"/>
              </a:spcBef>
              <a:buClr>
                <a:srgbClr val="3EC89F"/>
              </a:buClr>
              <a:buFont typeface="Arial" panose="020B0604020202020204" pitchFamily="34" charset="0"/>
              <a:buNone/>
              <a:defRPr sz="16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540030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0005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260072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1620093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Clr>
                <a:srgbClr val="3EC89F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accent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1980114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013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00155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60177" indent="-180010" algn="l" defTabSz="720042" rtl="0" eaLnBrk="1" latinLnBrk="0" hangingPunct="1">
              <a:lnSpc>
                <a:spcPct val="90000"/>
              </a:lnSpc>
              <a:spcBef>
                <a:spcPts val="393"/>
              </a:spcBef>
              <a:buFont typeface="Arial" panose="020B0604020202020204" pitchFamily="34" charset="0"/>
              <a:buChar char="•"/>
              <a:defRPr sz="14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8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F55F5C9-FA7C-6A9D-4205-7898C7EBDF90}"/>
              </a:ext>
            </a:extLst>
          </p:cNvPr>
          <p:cNvSpPr txBox="1">
            <a:spLocks/>
          </p:cNvSpPr>
          <p:nvPr/>
        </p:nvSpPr>
        <p:spPr>
          <a:xfrm>
            <a:off x="6597308" y="1798938"/>
            <a:ext cx="3172217" cy="69578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Resizable button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0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Shape 770">
            <a:extLst>
              <a:ext uri="{FF2B5EF4-FFF2-40B4-BE49-F238E27FC236}">
                <a16:creationId xmlns:a16="http://schemas.microsoft.com/office/drawing/2014/main" id="{9CF5CB48-014A-41E5-4AB2-CAFF8F0B1E4C}"/>
              </a:ext>
            </a:extLst>
          </p:cNvPr>
          <p:cNvSpPr txBox="1"/>
          <p:nvPr/>
        </p:nvSpPr>
        <p:spPr>
          <a:xfrm>
            <a:off x="862445" y="1598146"/>
            <a:ext cx="10468703" cy="103643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20000"/>
              </a:lnSpc>
              <a:buSzPct val="25000"/>
            </a:pP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  <a:sym typeface="Lato"/>
              </a:rPr>
              <a:t>A company is an association or collection of individuals, whether natural persons, legal persons, or a mixture of both.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99C04-576D-9C82-5154-1CF06F990051}"/>
              </a:ext>
            </a:extLst>
          </p:cNvPr>
          <p:cNvSpPr/>
          <p:nvPr/>
        </p:nvSpPr>
        <p:spPr>
          <a:xfrm>
            <a:off x="6377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D216A5-A62B-E86F-98DF-A8EC338CAA7A}"/>
              </a:ext>
            </a:extLst>
          </p:cNvPr>
          <p:cNvSpPr/>
          <p:nvPr/>
        </p:nvSpPr>
        <p:spPr>
          <a:xfrm>
            <a:off x="28221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022505-F173-F556-2E0E-D247BB9D6CE5}"/>
              </a:ext>
            </a:extLst>
          </p:cNvPr>
          <p:cNvSpPr/>
          <p:nvPr/>
        </p:nvSpPr>
        <p:spPr>
          <a:xfrm>
            <a:off x="50065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9438C-5B60-D1E2-C655-AA23B56A2F13}"/>
              </a:ext>
            </a:extLst>
          </p:cNvPr>
          <p:cNvSpPr/>
          <p:nvPr/>
        </p:nvSpPr>
        <p:spPr>
          <a:xfrm>
            <a:off x="7190902" y="2859314"/>
            <a:ext cx="2040412" cy="23803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2C6C1B-965D-CB3B-B014-579506F62DD5}"/>
              </a:ext>
            </a:extLst>
          </p:cNvPr>
          <p:cNvSpPr/>
          <p:nvPr/>
        </p:nvSpPr>
        <p:spPr>
          <a:xfrm>
            <a:off x="9375302" y="2859314"/>
            <a:ext cx="2040412" cy="238034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  <a:p>
            <a:pPr algn="ctr"/>
            <a:endParaRPr lang="en-GB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73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5" name="Shape 1138">
            <a:extLst>
              <a:ext uri="{FF2B5EF4-FFF2-40B4-BE49-F238E27FC236}">
                <a16:creationId xmlns:a16="http://schemas.microsoft.com/office/drawing/2014/main" id="{57F4A18F-A3EB-B7D3-DFB2-E42D742BDB39}"/>
              </a:ext>
            </a:extLst>
          </p:cNvPr>
          <p:cNvSpPr/>
          <p:nvPr/>
        </p:nvSpPr>
        <p:spPr>
          <a:xfrm>
            <a:off x="5022477" y="2741220"/>
            <a:ext cx="2147051" cy="24804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lnTo>
                  <a:pt x="21600" y="5400"/>
                </a:lnTo>
                <a:lnTo>
                  <a:pt x="21600" y="16200"/>
                </a:lnTo>
                <a:lnTo>
                  <a:pt x="10800" y="21600"/>
                </a:lnTo>
                <a:lnTo>
                  <a:pt x="0" y="16200"/>
                </a:lnTo>
                <a:lnTo>
                  <a:pt x="0" y="5400"/>
                </a:lnTo>
                <a:close/>
              </a:path>
            </a:pathLst>
          </a:custGeom>
          <a:solidFill>
            <a:schemeClr val="tx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0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99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F70A02D-F064-DECD-3930-83184E0A3274}"/>
              </a:ext>
            </a:extLst>
          </p:cNvPr>
          <p:cNvGrpSpPr/>
          <p:nvPr/>
        </p:nvGrpSpPr>
        <p:grpSpPr>
          <a:xfrm>
            <a:off x="5824158" y="2463801"/>
            <a:ext cx="543686" cy="543961"/>
            <a:chOff x="5824157" y="2463798"/>
            <a:chExt cx="543686" cy="543961"/>
          </a:xfrm>
        </p:grpSpPr>
        <p:sp>
          <p:nvSpPr>
            <p:cNvPr id="67" name="Shape 1139">
              <a:extLst>
                <a:ext uri="{FF2B5EF4-FFF2-40B4-BE49-F238E27FC236}">
                  <a16:creationId xmlns:a16="http://schemas.microsoft.com/office/drawing/2014/main" id="{83DCE265-6751-876A-7588-C4D1289E51E4}"/>
                </a:ext>
              </a:extLst>
            </p:cNvPr>
            <p:cNvSpPr/>
            <p:nvPr/>
          </p:nvSpPr>
          <p:spPr>
            <a:xfrm>
              <a:off x="5824157" y="2463798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Shape 1140">
              <a:extLst>
                <a:ext uri="{FF2B5EF4-FFF2-40B4-BE49-F238E27FC236}">
                  <a16:creationId xmlns:a16="http://schemas.microsoft.com/office/drawing/2014/main" id="{2B8D0A47-CC8B-761E-1B59-34BD3BA8CA1B}"/>
                </a:ext>
              </a:extLst>
            </p:cNvPr>
            <p:cNvSpPr/>
            <p:nvPr/>
          </p:nvSpPr>
          <p:spPr>
            <a:xfrm>
              <a:off x="5966913" y="2587841"/>
              <a:ext cx="258174" cy="256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41" y="491"/>
                  </a:moveTo>
                  <a:cubicBezTo>
                    <a:pt x="16241" y="164"/>
                    <a:pt x="16078" y="0"/>
                    <a:pt x="15753" y="0"/>
                  </a:cubicBezTo>
                  <a:cubicBezTo>
                    <a:pt x="5847" y="0"/>
                    <a:pt x="5847" y="0"/>
                    <a:pt x="5847" y="0"/>
                  </a:cubicBezTo>
                  <a:cubicBezTo>
                    <a:pt x="5522" y="0"/>
                    <a:pt x="5359" y="164"/>
                    <a:pt x="5359" y="491"/>
                  </a:cubicBezTo>
                  <a:cubicBezTo>
                    <a:pt x="5359" y="5400"/>
                    <a:pt x="5359" y="5400"/>
                    <a:pt x="5359" y="5400"/>
                  </a:cubicBezTo>
                  <a:cubicBezTo>
                    <a:pt x="16241" y="5400"/>
                    <a:pt x="16241" y="5400"/>
                    <a:pt x="16241" y="5400"/>
                  </a:cubicBezTo>
                  <a:lnTo>
                    <a:pt x="16241" y="491"/>
                  </a:lnTo>
                  <a:close/>
                  <a:moveTo>
                    <a:pt x="16403" y="16691"/>
                  </a:moveTo>
                  <a:cubicBezTo>
                    <a:pt x="16241" y="16527"/>
                    <a:pt x="16078" y="16364"/>
                    <a:pt x="15916" y="16364"/>
                  </a:cubicBezTo>
                  <a:cubicBezTo>
                    <a:pt x="5684" y="16364"/>
                    <a:pt x="5684" y="16364"/>
                    <a:pt x="5684" y="16364"/>
                  </a:cubicBezTo>
                  <a:cubicBezTo>
                    <a:pt x="5522" y="16364"/>
                    <a:pt x="5359" y="16527"/>
                    <a:pt x="5197" y="16691"/>
                  </a:cubicBezTo>
                  <a:cubicBezTo>
                    <a:pt x="3573" y="21109"/>
                    <a:pt x="3573" y="21109"/>
                    <a:pt x="3573" y="21109"/>
                  </a:cubicBezTo>
                  <a:cubicBezTo>
                    <a:pt x="3573" y="21273"/>
                    <a:pt x="3573" y="21273"/>
                    <a:pt x="3735" y="21436"/>
                  </a:cubicBezTo>
                  <a:cubicBezTo>
                    <a:pt x="3735" y="21600"/>
                    <a:pt x="3898" y="21600"/>
                    <a:pt x="4060" y="21600"/>
                  </a:cubicBezTo>
                  <a:cubicBezTo>
                    <a:pt x="17540" y="21600"/>
                    <a:pt x="17540" y="21600"/>
                    <a:pt x="17540" y="21600"/>
                  </a:cubicBezTo>
                  <a:cubicBezTo>
                    <a:pt x="17702" y="21600"/>
                    <a:pt x="17865" y="21600"/>
                    <a:pt x="17865" y="21436"/>
                  </a:cubicBezTo>
                  <a:cubicBezTo>
                    <a:pt x="18027" y="21273"/>
                    <a:pt x="18027" y="21273"/>
                    <a:pt x="18027" y="21109"/>
                  </a:cubicBezTo>
                  <a:lnTo>
                    <a:pt x="16403" y="16691"/>
                  </a:lnTo>
                  <a:close/>
                  <a:moveTo>
                    <a:pt x="4872" y="9164"/>
                  </a:moveTo>
                  <a:cubicBezTo>
                    <a:pt x="4872" y="10964"/>
                    <a:pt x="4872" y="10964"/>
                    <a:pt x="4872" y="10964"/>
                  </a:cubicBezTo>
                  <a:cubicBezTo>
                    <a:pt x="16565" y="10964"/>
                    <a:pt x="16565" y="10964"/>
                    <a:pt x="16565" y="10964"/>
                  </a:cubicBezTo>
                  <a:cubicBezTo>
                    <a:pt x="16565" y="9164"/>
                    <a:pt x="16565" y="9164"/>
                    <a:pt x="16565" y="9164"/>
                  </a:cubicBezTo>
                  <a:cubicBezTo>
                    <a:pt x="16565" y="9164"/>
                    <a:pt x="15266" y="6545"/>
                    <a:pt x="15266" y="6545"/>
                  </a:cubicBezTo>
                  <a:cubicBezTo>
                    <a:pt x="6334" y="6545"/>
                    <a:pt x="6334" y="6545"/>
                    <a:pt x="6334" y="6545"/>
                  </a:cubicBezTo>
                  <a:cubicBezTo>
                    <a:pt x="6334" y="6545"/>
                    <a:pt x="4872" y="9164"/>
                    <a:pt x="4872" y="9164"/>
                  </a:cubicBezTo>
                  <a:close/>
                  <a:moveTo>
                    <a:pt x="10719" y="8345"/>
                  </a:moveTo>
                  <a:cubicBezTo>
                    <a:pt x="11693" y="8345"/>
                    <a:pt x="12505" y="8673"/>
                    <a:pt x="12505" y="9164"/>
                  </a:cubicBezTo>
                  <a:cubicBezTo>
                    <a:pt x="12505" y="9655"/>
                    <a:pt x="11693" y="10145"/>
                    <a:pt x="10719" y="10145"/>
                  </a:cubicBezTo>
                  <a:cubicBezTo>
                    <a:pt x="9907" y="10145"/>
                    <a:pt x="9095" y="9655"/>
                    <a:pt x="9095" y="9164"/>
                  </a:cubicBezTo>
                  <a:cubicBezTo>
                    <a:pt x="9095" y="8673"/>
                    <a:pt x="9907" y="8345"/>
                    <a:pt x="10719" y="8345"/>
                  </a:cubicBezTo>
                  <a:close/>
                  <a:moveTo>
                    <a:pt x="19326" y="6545"/>
                  </a:moveTo>
                  <a:cubicBezTo>
                    <a:pt x="16403" y="6545"/>
                    <a:pt x="16403" y="6545"/>
                    <a:pt x="16403" y="6545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540" y="8836"/>
                    <a:pt x="17540" y="8836"/>
                    <a:pt x="17540" y="8836"/>
                  </a:cubicBezTo>
                  <a:cubicBezTo>
                    <a:pt x="17702" y="8836"/>
                    <a:pt x="17702" y="8836"/>
                    <a:pt x="17702" y="9000"/>
                  </a:cubicBezTo>
                  <a:cubicBezTo>
                    <a:pt x="17702" y="9000"/>
                    <a:pt x="17702" y="11455"/>
                    <a:pt x="17702" y="11455"/>
                  </a:cubicBezTo>
                  <a:cubicBezTo>
                    <a:pt x="17702" y="11782"/>
                    <a:pt x="17540" y="11945"/>
                    <a:pt x="17215" y="11945"/>
                  </a:cubicBezTo>
                  <a:cubicBezTo>
                    <a:pt x="4385" y="11945"/>
                    <a:pt x="4385" y="11945"/>
                    <a:pt x="4385" y="11945"/>
                  </a:cubicBezTo>
                  <a:cubicBezTo>
                    <a:pt x="4060" y="11945"/>
                    <a:pt x="3898" y="11782"/>
                    <a:pt x="3898" y="11455"/>
                  </a:cubicBezTo>
                  <a:cubicBezTo>
                    <a:pt x="3898" y="11455"/>
                    <a:pt x="3898" y="9164"/>
                    <a:pt x="3898" y="9000"/>
                  </a:cubicBezTo>
                  <a:cubicBezTo>
                    <a:pt x="3898" y="8836"/>
                    <a:pt x="3898" y="8836"/>
                    <a:pt x="4060" y="8836"/>
                  </a:cubicBezTo>
                  <a:cubicBezTo>
                    <a:pt x="5197" y="6545"/>
                    <a:pt x="5197" y="6545"/>
                    <a:pt x="5197" y="6545"/>
                  </a:cubicBezTo>
                  <a:cubicBezTo>
                    <a:pt x="2274" y="6545"/>
                    <a:pt x="2274" y="6545"/>
                    <a:pt x="2274" y="6545"/>
                  </a:cubicBezTo>
                  <a:cubicBezTo>
                    <a:pt x="974" y="6545"/>
                    <a:pt x="0" y="7691"/>
                    <a:pt x="0" y="8836"/>
                  </a:cubicBezTo>
                  <a:cubicBezTo>
                    <a:pt x="0" y="16527"/>
                    <a:pt x="0" y="16527"/>
                    <a:pt x="0" y="16527"/>
                  </a:cubicBezTo>
                  <a:cubicBezTo>
                    <a:pt x="0" y="17836"/>
                    <a:pt x="974" y="18818"/>
                    <a:pt x="2274" y="18818"/>
                  </a:cubicBezTo>
                  <a:cubicBezTo>
                    <a:pt x="3086" y="18818"/>
                    <a:pt x="3086" y="18818"/>
                    <a:pt x="3086" y="18818"/>
                  </a:cubicBezTo>
                  <a:cubicBezTo>
                    <a:pt x="4060" y="16200"/>
                    <a:pt x="4060" y="16200"/>
                    <a:pt x="4060" y="16200"/>
                  </a:cubicBezTo>
                  <a:cubicBezTo>
                    <a:pt x="4223" y="15545"/>
                    <a:pt x="5035" y="15055"/>
                    <a:pt x="5684" y="15055"/>
                  </a:cubicBezTo>
                  <a:cubicBezTo>
                    <a:pt x="15916" y="15055"/>
                    <a:pt x="15916" y="15055"/>
                    <a:pt x="15916" y="15055"/>
                  </a:cubicBezTo>
                  <a:cubicBezTo>
                    <a:pt x="16565" y="15055"/>
                    <a:pt x="17377" y="15545"/>
                    <a:pt x="17540" y="16200"/>
                  </a:cubicBezTo>
                  <a:cubicBezTo>
                    <a:pt x="18514" y="18818"/>
                    <a:pt x="18514" y="18818"/>
                    <a:pt x="18514" y="18818"/>
                  </a:cubicBezTo>
                  <a:cubicBezTo>
                    <a:pt x="19326" y="18818"/>
                    <a:pt x="19326" y="18818"/>
                    <a:pt x="19326" y="18818"/>
                  </a:cubicBezTo>
                  <a:cubicBezTo>
                    <a:pt x="20626" y="18818"/>
                    <a:pt x="21600" y="17836"/>
                    <a:pt x="21600" y="16527"/>
                  </a:cubicBezTo>
                  <a:cubicBezTo>
                    <a:pt x="21600" y="8836"/>
                    <a:pt x="21600" y="8836"/>
                    <a:pt x="21600" y="8836"/>
                  </a:cubicBezTo>
                  <a:cubicBezTo>
                    <a:pt x="21600" y="7691"/>
                    <a:pt x="20626" y="6545"/>
                    <a:pt x="19326" y="654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CFF7F28-F78D-358E-B9F6-88D4ED3CCD79}"/>
              </a:ext>
            </a:extLst>
          </p:cNvPr>
          <p:cNvGrpSpPr/>
          <p:nvPr/>
        </p:nvGrpSpPr>
        <p:grpSpPr>
          <a:xfrm>
            <a:off x="6900652" y="3089352"/>
            <a:ext cx="543686" cy="543962"/>
            <a:chOff x="6900652" y="3089352"/>
            <a:chExt cx="543686" cy="543962"/>
          </a:xfrm>
        </p:grpSpPr>
        <p:sp>
          <p:nvSpPr>
            <p:cNvPr id="70" name="Shape 1142">
              <a:extLst>
                <a:ext uri="{FF2B5EF4-FFF2-40B4-BE49-F238E27FC236}">
                  <a16:creationId xmlns:a16="http://schemas.microsoft.com/office/drawing/2014/main" id="{AC3721CB-0ED0-D121-43D6-31158538F2D7}"/>
                </a:ext>
              </a:extLst>
            </p:cNvPr>
            <p:cNvSpPr/>
            <p:nvPr/>
          </p:nvSpPr>
          <p:spPr>
            <a:xfrm>
              <a:off x="6900652" y="3089352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Shape 1143">
              <a:extLst>
                <a:ext uri="{FF2B5EF4-FFF2-40B4-BE49-F238E27FC236}">
                  <a16:creationId xmlns:a16="http://schemas.microsoft.com/office/drawing/2014/main" id="{220C90FB-D14C-008E-6AB5-F6EBB9CD4D70}"/>
                </a:ext>
              </a:extLst>
            </p:cNvPr>
            <p:cNvSpPr/>
            <p:nvPr/>
          </p:nvSpPr>
          <p:spPr>
            <a:xfrm>
              <a:off x="7063154" y="3233068"/>
              <a:ext cx="212741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68" h="21600" extrusionOk="0">
                  <a:moveTo>
                    <a:pt x="10585" y="5651"/>
                  </a:moveTo>
                  <a:cubicBezTo>
                    <a:pt x="5710" y="5648"/>
                    <a:pt x="2252" y="4179"/>
                    <a:pt x="2252" y="3629"/>
                  </a:cubicBezTo>
                  <a:cubicBezTo>
                    <a:pt x="2250" y="3083"/>
                    <a:pt x="5710" y="1611"/>
                    <a:pt x="10585" y="1615"/>
                  </a:cubicBezTo>
                  <a:cubicBezTo>
                    <a:pt x="15458" y="1611"/>
                    <a:pt x="18918" y="3083"/>
                    <a:pt x="18916" y="3629"/>
                  </a:cubicBezTo>
                  <a:cubicBezTo>
                    <a:pt x="18916" y="4179"/>
                    <a:pt x="15458" y="5648"/>
                    <a:pt x="10585" y="5651"/>
                  </a:cubicBezTo>
                  <a:close/>
                  <a:moveTo>
                    <a:pt x="10585" y="0"/>
                  </a:moveTo>
                  <a:cubicBezTo>
                    <a:pt x="3924" y="0"/>
                    <a:pt x="-216" y="1857"/>
                    <a:pt x="9" y="3364"/>
                  </a:cubicBezTo>
                  <a:lnTo>
                    <a:pt x="2252" y="18994"/>
                  </a:lnTo>
                  <a:cubicBezTo>
                    <a:pt x="2342" y="19602"/>
                    <a:pt x="5710" y="21597"/>
                    <a:pt x="10585" y="21600"/>
                  </a:cubicBezTo>
                  <a:cubicBezTo>
                    <a:pt x="15458" y="21597"/>
                    <a:pt x="18826" y="19602"/>
                    <a:pt x="18916" y="18994"/>
                  </a:cubicBezTo>
                  <a:lnTo>
                    <a:pt x="21159" y="3364"/>
                  </a:lnTo>
                  <a:cubicBezTo>
                    <a:pt x="21384" y="1857"/>
                    <a:pt x="17246" y="0"/>
                    <a:pt x="10585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Shape 1146">
            <a:extLst>
              <a:ext uri="{FF2B5EF4-FFF2-40B4-BE49-F238E27FC236}">
                <a16:creationId xmlns:a16="http://schemas.microsoft.com/office/drawing/2014/main" id="{F3B209A7-7119-A5FA-0C02-8224AE59A878}"/>
              </a:ext>
            </a:extLst>
          </p:cNvPr>
          <p:cNvSpPr/>
          <p:nvPr/>
        </p:nvSpPr>
        <p:spPr>
          <a:xfrm>
            <a:off x="5822743" y="3405351"/>
            <a:ext cx="483507" cy="543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59" extrusionOk="0">
                <a:moveTo>
                  <a:pt x="4049" y="7519"/>
                </a:moveTo>
                <a:cubicBezTo>
                  <a:pt x="3162" y="7519"/>
                  <a:pt x="0" y="7985"/>
                  <a:pt x="0" y="11154"/>
                </a:cubicBezTo>
                <a:lnTo>
                  <a:pt x="0" y="16799"/>
                </a:lnTo>
                <a:cubicBezTo>
                  <a:pt x="0" y="19968"/>
                  <a:pt x="3162" y="20318"/>
                  <a:pt x="4049" y="20318"/>
                </a:cubicBezTo>
                <a:cubicBezTo>
                  <a:pt x="4937" y="20318"/>
                  <a:pt x="2699" y="19651"/>
                  <a:pt x="2699" y="17687"/>
                </a:cubicBezTo>
                <a:lnTo>
                  <a:pt x="2699" y="10267"/>
                </a:lnTo>
                <a:cubicBezTo>
                  <a:pt x="2699" y="8207"/>
                  <a:pt x="4937" y="7519"/>
                  <a:pt x="4049" y="7519"/>
                </a:cubicBezTo>
                <a:close/>
                <a:moveTo>
                  <a:pt x="15725" y="7408"/>
                </a:moveTo>
                <a:cubicBezTo>
                  <a:pt x="15548" y="6995"/>
                  <a:pt x="20503" y="3177"/>
                  <a:pt x="17612" y="83"/>
                </a:cubicBezTo>
                <a:cubicBezTo>
                  <a:pt x="16934" y="-641"/>
                  <a:pt x="14641" y="3547"/>
                  <a:pt x="11381" y="5443"/>
                </a:cubicBezTo>
                <a:cubicBezTo>
                  <a:pt x="9583" y="6489"/>
                  <a:pt x="5399" y="8716"/>
                  <a:pt x="5399" y="9946"/>
                </a:cubicBezTo>
                <a:lnTo>
                  <a:pt x="5399" y="17911"/>
                </a:lnTo>
                <a:cubicBezTo>
                  <a:pt x="5399" y="19392"/>
                  <a:pt x="12033" y="20959"/>
                  <a:pt x="17076" y="20959"/>
                </a:cubicBezTo>
                <a:cubicBezTo>
                  <a:pt x="18923" y="20959"/>
                  <a:pt x="21600" y="10974"/>
                  <a:pt x="21600" y="9387"/>
                </a:cubicBezTo>
                <a:cubicBezTo>
                  <a:pt x="21600" y="7795"/>
                  <a:pt x="15902" y="7823"/>
                  <a:pt x="15725" y="7408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pPr defTabSz="914034"/>
            <a:endParaRPr sz="3599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C208BE2-D83A-4A44-FB2F-AF6B7ED9BDCB}"/>
              </a:ext>
            </a:extLst>
          </p:cNvPr>
          <p:cNvGrpSpPr/>
          <p:nvPr/>
        </p:nvGrpSpPr>
        <p:grpSpPr>
          <a:xfrm>
            <a:off x="6900652" y="4345903"/>
            <a:ext cx="543686" cy="543961"/>
            <a:chOff x="6900652" y="4345900"/>
            <a:chExt cx="543686" cy="543961"/>
          </a:xfrm>
        </p:grpSpPr>
        <p:sp>
          <p:nvSpPr>
            <p:cNvPr id="74" name="Shape 1148">
              <a:extLst>
                <a:ext uri="{FF2B5EF4-FFF2-40B4-BE49-F238E27FC236}">
                  <a16:creationId xmlns:a16="http://schemas.microsoft.com/office/drawing/2014/main" id="{A248A76A-09D2-16CD-DDDD-AFE8D1536612}"/>
                </a:ext>
              </a:extLst>
            </p:cNvPr>
            <p:cNvSpPr/>
            <p:nvPr/>
          </p:nvSpPr>
          <p:spPr>
            <a:xfrm>
              <a:off x="690065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Shape 1149">
              <a:extLst>
                <a:ext uri="{FF2B5EF4-FFF2-40B4-BE49-F238E27FC236}">
                  <a16:creationId xmlns:a16="http://schemas.microsoft.com/office/drawing/2014/main" id="{7D1B22D9-2B48-1E1D-2271-10DE9A1801F0}"/>
                </a:ext>
              </a:extLst>
            </p:cNvPr>
            <p:cNvSpPr/>
            <p:nvPr/>
          </p:nvSpPr>
          <p:spPr>
            <a:xfrm>
              <a:off x="7028179" y="4528324"/>
              <a:ext cx="253576" cy="203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715E3D9-DE52-174A-A4CA-6D70C05F6E28}"/>
              </a:ext>
            </a:extLst>
          </p:cNvPr>
          <p:cNvGrpSpPr/>
          <p:nvPr/>
        </p:nvGrpSpPr>
        <p:grpSpPr>
          <a:xfrm>
            <a:off x="5824158" y="4955136"/>
            <a:ext cx="543686" cy="543962"/>
            <a:chOff x="5824157" y="4955136"/>
            <a:chExt cx="543686" cy="543962"/>
          </a:xfrm>
        </p:grpSpPr>
        <p:sp>
          <p:nvSpPr>
            <p:cNvPr id="77" name="Shape 1151">
              <a:extLst>
                <a:ext uri="{FF2B5EF4-FFF2-40B4-BE49-F238E27FC236}">
                  <a16:creationId xmlns:a16="http://schemas.microsoft.com/office/drawing/2014/main" id="{E904B7C7-B68D-05A7-B376-699FB68E220D}"/>
                </a:ext>
              </a:extLst>
            </p:cNvPr>
            <p:cNvSpPr/>
            <p:nvPr/>
          </p:nvSpPr>
          <p:spPr>
            <a:xfrm>
              <a:off x="5824157" y="4955136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Shape 1152">
              <a:extLst>
                <a:ext uri="{FF2B5EF4-FFF2-40B4-BE49-F238E27FC236}">
                  <a16:creationId xmlns:a16="http://schemas.microsoft.com/office/drawing/2014/main" id="{1AE3993F-2FDC-21B2-47CF-5D0E4E600C93}"/>
                </a:ext>
              </a:extLst>
            </p:cNvPr>
            <p:cNvSpPr/>
            <p:nvPr/>
          </p:nvSpPr>
          <p:spPr>
            <a:xfrm>
              <a:off x="5969212" y="5100329"/>
              <a:ext cx="253576" cy="253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856" y="13527"/>
                  </a:moveTo>
                  <a:lnTo>
                    <a:pt x="21138" y="9731"/>
                  </a:lnTo>
                  <a:cubicBezTo>
                    <a:pt x="21392" y="9659"/>
                    <a:pt x="21600" y="9385"/>
                    <a:pt x="21600" y="9120"/>
                  </a:cubicBezTo>
                  <a:lnTo>
                    <a:pt x="21600" y="2520"/>
                  </a:lnTo>
                  <a:lnTo>
                    <a:pt x="4680" y="2520"/>
                  </a:lnTo>
                  <a:lnTo>
                    <a:pt x="4680" y="481"/>
                  </a:lnTo>
                  <a:cubicBezTo>
                    <a:pt x="4680" y="217"/>
                    <a:pt x="4465" y="0"/>
                    <a:pt x="4200" y="0"/>
                  </a:cubicBezTo>
                  <a:lnTo>
                    <a:pt x="480" y="0"/>
                  </a:lnTo>
                  <a:cubicBezTo>
                    <a:pt x="217" y="0"/>
                    <a:pt x="0" y="217"/>
                    <a:pt x="0" y="481"/>
                  </a:cubicBezTo>
                  <a:lnTo>
                    <a:pt x="0" y="2400"/>
                  </a:lnTo>
                  <a:lnTo>
                    <a:pt x="2332" y="2400"/>
                  </a:lnTo>
                  <a:lnTo>
                    <a:pt x="4693" y="13269"/>
                  </a:lnTo>
                  <a:lnTo>
                    <a:pt x="4920" y="14400"/>
                  </a:lnTo>
                  <a:lnTo>
                    <a:pt x="4920" y="16200"/>
                  </a:lnTo>
                  <a:cubicBezTo>
                    <a:pt x="4920" y="16463"/>
                    <a:pt x="5137" y="16680"/>
                    <a:pt x="5400" y="16680"/>
                  </a:cubicBezTo>
                  <a:lnTo>
                    <a:pt x="6001" y="16680"/>
                  </a:lnTo>
                  <a:lnTo>
                    <a:pt x="17999" y="16680"/>
                  </a:lnTo>
                  <a:lnTo>
                    <a:pt x="21119" y="16680"/>
                  </a:lnTo>
                  <a:cubicBezTo>
                    <a:pt x="21383" y="16680"/>
                    <a:pt x="21600" y="16463"/>
                    <a:pt x="21600" y="16200"/>
                  </a:cubicBezTo>
                  <a:lnTo>
                    <a:pt x="21600" y="14400"/>
                  </a:lnTo>
                  <a:lnTo>
                    <a:pt x="8103" y="14400"/>
                  </a:lnTo>
                  <a:cubicBezTo>
                    <a:pt x="6723" y="14400"/>
                    <a:pt x="6694" y="13860"/>
                    <a:pt x="7856" y="13527"/>
                  </a:cubicBezTo>
                  <a:close/>
                  <a:moveTo>
                    <a:pt x="15599" y="19200"/>
                  </a:moveTo>
                  <a:cubicBezTo>
                    <a:pt x="15599" y="20525"/>
                    <a:pt x="16674" y="21600"/>
                    <a:pt x="17999" y="21600"/>
                  </a:cubicBezTo>
                  <a:cubicBezTo>
                    <a:pt x="19326" y="21600"/>
                    <a:pt x="20399" y="20525"/>
                    <a:pt x="20399" y="19200"/>
                  </a:cubicBezTo>
                  <a:cubicBezTo>
                    <a:pt x="20399" y="17874"/>
                    <a:pt x="19326" y="16800"/>
                    <a:pt x="17999" y="16800"/>
                  </a:cubicBezTo>
                  <a:cubicBezTo>
                    <a:pt x="16674" y="16800"/>
                    <a:pt x="15599" y="17874"/>
                    <a:pt x="15599" y="19200"/>
                  </a:cubicBezTo>
                  <a:close/>
                  <a:moveTo>
                    <a:pt x="3599" y="19200"/>
                  </a:moveTo>
                  <a:cubicBezTo>
                    <a:pt x="3599" y="20525"/>
                    <a:pt x="4674" y="21600"/>
                    <a:pt x="6001" y="21600"/>
                  </a:cubicBezTo>
                  <a:cubicBezTo>
                    <a:pt x="7326" y="21600"/>
                    <a:pt x="8399" y="20525"/>
                    <a:pt x="8399" y="19200"/>
                  </a:cubicBezTo>
                  <a:cubicBezTo>
                    <a:pt x="8399" y="17874"/>
                    <a:pt x="7326" y="16800"/>
                    <a:pt x="6001" y="16800"/>
                  </a:cubicBezTo>
                  <a:cubicBezTo>
                    <a:pt x="4674" y="16800"/>
                    <a:pt x="3599" y="17874"/>
                    <a:pt x="3599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4950B9-E45C-3382-5940-96C3636C892E}"/>
              </a:ext>
            </a:extLst>
          </p:cNvPr>
          <p:cNvGrpSpPr/>
          <p:nvPr/>
        </p:nvGrpSpPr>
        <p:grpSpPr>
          <a:xfrm>
            <a:off x="4747662" y="3105671"/>
            <a:ext cx="543686" cy="543962"/>
            <a:chOff x="4747662" y="3105671"/>
            <a:chExt cx="543686" cy="543962"/>
          </a:xfrm>
        </p:grpSpPr>
        <p:sp>
          <p:nvSpPr>
            <p:cNvPr id="80" name="Shape 1157">
              <a:extLst>
                <a:ext uri="{FF2B5EF4-FFF2-40B4-BE49-F238E27FC236}">
                  <a16:creationId xmlns:a16="http://schemas.microsoft.com/office/drawing/2014/main" id="{8D834968-1BDE-4A9F-F2FC-3CA5A579353C}"/>
                </a:ext>
              </a:extLst>
            </p:cNvPr>
            <p:cNvSpPr/>
            <p:nvPr/>
          </p:nvSpPr>
          <p:spPr>
            <a:xfrm>
              <a:off x="4747662" y="3105671"/>
              <a:ext cx="543686" cy="5439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Shape 1158">
              <a:extLst>
                <a:ext uri="{FF2B5EF4-FFF2-40B4-BE49-F238E27FC236}">
                  <a16:creationId xmlns:a16="http://schemas.microsoft.com/office/drawing/2014/main" id="{4CF9CFCA-92F7-8020-D937-F48CD2CB100C}"/>
                </a:ext>
              </a:extLst>
            </p:cNvPr>
            <p:cNvSpPr/>
            <p:nvPr/>
          </p:nvSpPr>
          <p:spPr>
            <a:xfrm>
              <a:off x="4895686" y="3234418"/>
              <a:ext cx="198520" cy="2565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37" h="21205" extrusionOk="0">
                  <a:moveTo>
                    <a:pt x="5865" y="2548"/>
                  </a:moveTo>
                  <a:lnTo>
                    <a:pt x="5867" y="15695"/>
                  </a:lnTo>
                  <a:cubicBezTo>
                    <a:pt x="4944" y="15546"/>
                    <a:pt x="3872" y="15602"/>
                    <a:pt x="2808" y="15909"/>
                  </a:cubicBezTo>
                  <a:cubicBezTo>
                    <a:pt x="413" y="16599"/>
                    <a:pt x="-431" y="18279"/>
                    <a:pt x="203" y="19659"/>
                  </a:cubicBezTo>
                  <a:cubicBezTo>
                    <a:pt x="839" y="21041"/>
                    <a:pt x="2710" y="21600"/>
                    <a:pt x="5104" y="20909"/>
                  </a:cubicBezTo>
                  <a:cubicBezTo>
                    <a:pt x="7137" y="20323"/>
                    <a:pt x="8468" y="19024"/>
                    <a:pt x="8434" y="17799"/>
                  </a:cubicBezTo>
                  <a:cubicBezTo>
                    <a:pt x="8434" y="17799"/>
                    <a:pt x="8434" y="10827"/>
                    <a:pt x="8434" y="6940"/>
                  </a:cubicBezTo>
                  <a:lnTo>
                    <a:pt x="18567" y="5136"/>
                  </a:lnTo>
                  <a:lnTo>
                    <a:pt x="18567" y="13479"/>
                  </a:lnTo>
                  <a:cubicBezTo>
                    <a:pt x="17645" y="13330"/>
                    <a:pt x="16572" y="13386"/>
                    <a:pt x="15509" y="13693"/>
                  </a:cubicBezTo>
                  <a:cubicBezTo>
                    <a:pt x="13115" y="14384"/>
                    <a:pt x="12270" y="16064"/>
                    <a:pt x="12905" y="17443"/>
                  </a:cubicBezTo>
                  <a:cubicBezTo>
                    <a:pt x="13539" y="18825"/>
                    <a:pt x="15411" y="19384"/>
                    <a:pt x="17806" y="18694"/>
                  </a:cubicBezTo>
                  <a:cubicBezTo>
                    <a:pt x="19839" y="18107"/>
                    <a:pt x="21169" y="16808"/>
                    <a:pt x="21136" y="15583"/>
                  </a:cubicBezTo>
                  <a:lnTo>
                    <a:pt x="21136" y="0"/>
                  </a:lnTo>
                  <a:cubicBezTo>
                    <a:pt x="21136" y="0"/>
                    <a:pt x="5865" y="2548"/>
                    <a:pt x="5865" y="2548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 Placeholder 1">
            <a:extLst>
              <a:ext uri="{FF2B5EF4-FFF2-40B4-BE49-F238E27FC236}">
                <a16:creationId xmlns:a16="http://schemas.microsoft.com/office/drawing/2014/main" id="{F9707BBD-2B82-0AF5-610E-97EC5EC17273}"/>
              </a:ext>
            </a:extLst>
          </p:cNvPr>
          <p:cNvSpPr txBox="1">
            <a:spLocks/>
          </p:cNvSpPr>
          <p:nvPr/>
        </p:nvSpPr>
        <p:spPr>
          <a:xfrm>
            <a:off x="6561306" y="2108031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Placeholder 1">
            <a:extLst>
              <a:ext uri="{FF2B5EF4-FFF2-40B4-BE49-F238E27FC236}">
                <a16:creationId xmlns:a16="http://schemas.microsoft.com/office/drawing/2014/main" id="{2EA68974-AF3E-309F-F6D4-4E2EDCEA9E73}"/>
              </a:ext>
            </a:extLst>
          </p:cNvPr>
          <p:cNvSpPr txBox="1">
            <a:spLocks/>
          </p:cNvSpPr>
          <p:nvPr/>
        </p:nvSpPr>
        <p:spPr>
          <a:xfrm>
            <a:off x="1813100" y="328004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84" name="Text Placeholder 1">
            <a:extLst>
              <a:ext uri="{FF2B5EF4-FFF2-40B4-BE49-F238E27FC236}">
                <a16:creationId xmlns:a16="http://schemas.microsoft.com/office/drawing/2014/main" id="{E5904C8C-0391-865E-931D-F90984DCF726}"/>
              </a:ext>
            </a:extLst>
          </p:cNvPr>
          <p:cNvSpPr txBox="1">
            <a:spLocks/>
          </p:cNvSpPr>
          <p:nvPr/>
        </p:nvSpPr>
        <p:spPr>
          <a:xfrm>
            <a:off x="2630218" y="302720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5" name="Text Placeholder 1">
            <a:extLst>
              <a:ext uri="{FF2B5EF4-FFF2-40B4-BE49-F238E27FC236}">
                <a16:creationId xmlns:a16="http://schemas.microsoft.com/office/drawing/2014/main" id="{C448D748-D006-43A1-FE4B-5AA259CD7BE0}"/>
              </a:ext>
            </a:extLst>
          </p:cNvPr>
          <p:cNvSpPr txBox="1">
            <a:spLocks/>
          </p:cNvSpPr>
          <p:nvPr/>
        </p:nvSpPr>
        <p:spPr>
          <a:xfrm>
            <a:off x="6561306" y="1828879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6" name="Text Placeholder 1">
            <a:extLst>
              <a:ext uri="{FF2B5EF4-FFF2-40B4-BE49-F238E27FC236}">
                <a16:creationId xmlns:a16="http://schemas.microsoft.com/office/drawing/2014/main" id="{CE9BB83F-530A-01F6-49C9-A79842C6523F}"/>
              </a:ext>
            </a:extLst>
          </p:cNvPr>
          <p:cNvSpPr txBox="1">
            <a:spLocks/>
          </p:cNvSpPr>
          <p:nvPr/>
        </p:nvSpPr>
        <p:spPr>
          <a:xfrm>
            <a:off x="7713129" y="3344003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Placeholder 1">
            <a:extLst>
              <a:ext uri="{FF2B5EF4-FFF2-40B4-BE49-F238E27FC236}">
                <a16:creationId xmlns:a16="http://schemas.microsoft.com/office/drawing/2014/main" id="{E9A155DC-C157-5F48-7564-CC1F04E8C60B}"/>
              </a:ext>
            </a:extLst>
          </p:cNvPr>
          <p:cNvSpPr txBox="1">
            <a:spLocks/>
          </p:cNvSpPr>
          <p:nvPr/>
        </p:nvSpPr>
        <p:spPr>
          <a:xfrm>
            <a:off x="7713129" y="306485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88" name="Text Placeholder 1">
            <a:extLst>
              <a:ext uri="{FF2B5EF4-FFF2-40B4-BE49-F238E27FC236}">
                <a16:creationId xmlns:a16="http://schemas.microsoft.com/office/drawing/2014/main" id="{2B8C9082-A955-8302-38BF-4D2A0752EBD8}"/>
              </a:ext>
            </a:extLst>
          </p:cNvPr>
          <p:cNvSpPr txBox="1">
            <a:spLocks/>
          </p:cNvSpPr>
          <p:nvPr/>
        </p:nvSpPr>
        <p:spPr>
          <a:xfrm>
            <a:off x="7710033" y="4591667"/>
            <a:ext cx="2662448" cy="5786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hana nunok doloramet,lorem consectetur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AEF74858-05AA-3230-1132-75DDBD3C27D3}"/>
              </a:ext>
            </a:extLst>
          </p:cNvPr>
          <p:cNvSpPr txBox="1">
            <a:spLocks/>
          </p:cNvSpPr>
          <p:nvPr/>
        </p:nvSpPr>
        <p:spPr>
          <a:xfrm>
            <a:off x="7710033" y="4312515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94B12BAD-0A2A-5E06-09A9-783874DD2E47}"/>
              </a:ext>
            </a:extLst>
          </p:cNvPr>
          <p:cNvSpPr txBox="1">
            <a:spLocks/>
          </p:cNvSpPr>
          <p:nvPr/>
        </p:nvSpPr>
        <p:spPr>
          <a:xfrm>
            <a:off x="1845704" y="4543628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105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1" name="Text Placeholder 1">
            <a:extLst>
              <a:ext uri="{FF2B5EF4-FFF2-40B4-BE49-F238E27FC236}">
                <a16:creationId xmlns:a16="http://schemas.microsoft.com/office/drawing/2014/main" id="{69EE52EF-3075-4BE8-605D-229F0A114C06}"/>
              </a:ext>
            </a:extLst>
          </p:cNvPr>
          <p:cNvSpPr txBox="1">
            <a:spLocks/>
          </p:cNvSpPr>
          <p:nvPr/>
        </p:nvSpPr>
        <p:spPr>
          <a:xfrm>
            <a:off x="2662822" y="4290786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2" name="Text Placeholder 1">
            <a:extLst>
              <a:ext uri="{FF2B5EF4-FFF2-40B4-BE49-F238E27FC236}">
                <a16:creationId xmlns:a16="http://schemas.microsoft.com/office/drawing/2014/main" id="{77048570-2A03-77D3-7E02-5C53AAB466D5}"/>
              </a:ext>
            </a:extLst>
          </p:cNvPr>
          <p:cNvSpPr txBox="1">
            <a:spLocks/>
          </p:cNvSpPr>
          <p:nvPr/>
        </p:nvSpPr>
        <p:spPr>
          <a:xfrm>
            <a:off x="2911641" y="5519313"/>
            <a:ext cx="2706966" cy="8295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defRPr/>
            </a:pP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here or lorem ipsum long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hana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nunok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doloramet,lorem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lang="en-GB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baraka </a:t>
            </a:r>
          </a:p>
        </p:txBody>
      </p:sp>
      <p:sp>
        <p:nvSpPr>
          <p:cNvPr id="93" name="Text Placeholder 1">
            <a:extLst>
              <a:ext uri="{FF2B5EF4-FFF2-40B4-BE49-F238E27FC236}">
                <a16:creationId xmlns:a16="http://schemas.microsoft.com/office/drawing/2014/main" id="{E6DDFF36-0102-A68B-EC34-9161D362ED20}"/>
              </a:ext>
            </a:extLst>
          </p:cNvPr>
          <p:cNvSpPr txBox="1">
            <a:spLocks/>
          </p:cNvSpPr>
          <p:nvPr/>
        </p:nvSpPr>
        <p:spPr>
          <a:xfrm>
            <a:off x="3728759" y="5266471"/>
            <a:ext cx="1889848" cy="25431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</a:t>
            </a:r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07E65D35-458A-9C6F-A12F-E36CD772DE7F}"/>
              </a:ext>
            </a:extLst>
          </p:cNvPr>
          <p:cNvSpPr txBox="1">
            <a:spLocks/>
          </p:cNvSpPr>
          <p:nvPr/>
        </p:nvSpPr>
        <p:spPr>
          <a:xfrm>
            <a:off x="5022477" y="3850036"/>
            <a:ext cx="2147051" cy="898525"/>
          </a:xfrm>
          <a:prstGeom prst="rect">
            <a:avLst/>
          </a:prstGeom>
        </p:spPr>
        <p:txBody>
          <a:bodyPr vert="horz" wrap="square" lIns="0" tIns="45720" rIns="0" bIns="45720" rtlCol="0" anchor="ctr">
            <a:norm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177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1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1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Most Popular</a:t>
            </a:r>
          </a:p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32B8446-A7A5-C3E2-3765-D8947F983BAE}"/>
              </a:ext>
            </a:extLst>
          </p:cNvPr>
          <p:cNvGrpSpPr/>
          <p:nvPr/>
        </p:nvGrpSpPr>
        <p:grpSpPr>
          <a:xfrm>
            <a:off x="4747662" y="4345903"/>
            <a:ext cx="543686" cy="543961"/>
            <a:chOff x="4747662" y="4345900"/>
            <a:chExt cx="543686" cy="543961"/>
          </a:xfrm>
        </p:grpSpPr>
        <p:sp>
          <p:nvSpPr>
            <p:cNvPr id="96" name="Shape 1154">
              <a:extLst>
                <a:ext uri="{FF2B5EF4-FFF2-40B4-BE49-F238E27FC236}">
                  <a16:creationId xmlns:a16="http://schemas.microsoft.com/office/drawing/2014/main" id="{94043127-3047-F90E-DEBC-1FD40C662DED}"/>
                </a:ext>
              </a:extLst>
            </p:cNvPr>
            <p:cNvSpPr/>
            <p:nvPr/>
          </p:nvSpPr>
          <p:spPr>
            <a:xfrm>
              <a:off x="4747662" y="4345900"/>
              <a:ext cx="543686" cy="5439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2"/>
            </a:solidFill>
            <a:ln w="12700" cap="flat">
              <a:solidFill>
                <a:srgbClr val="FFFFFF"/>
              </a:solidFill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Shape 1155">
              <a:extLst>
                <a:ext uri="{FF2B5EF4-FFF2-40B4-BE49-F238E27FC236}">
                  <a16:creationId xmlns:a16="http://schemas.microsoft.com/office/drawing/2014/main" id="{B72009E5-74BE-3B00-E636-42E6F561F6B1}"/>
                </a:ext>
              </a:extLst>
            </p:cNvPr>
            <p:cNvSpPr/>
            <p:nvPr/>
          </p:nvSpPr>
          <p:spPr>
            <a:xfrm>
              <a:off x="4895687" y="4491092"/>
              <a:ext cx="253577" cy="253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96" y="15577"/>
                  </a:moveTo>
                  <a:cubicBezTo>
                    <a:pt x="12144" y="16865"/>
                    <a:pt x="9844" y="18851"/>
                    <a:pt x="8177" y="21278"/>
                  </a:cubicBezTo>
                  <a:cubicBezTo>
                    <a:pt x="9017" y="21487"/>
                    <a:pt x="9895" y="21600"/>
                    <a:pt x="10801" y="21600"/>
                  </a:cubicBezTo>
                  <a:cubicBezTo>
                    <a:pt x="12429" y="21600"/>
                    <a:pt x="13973" y="21237"/>
                    <a:pt x="15358" y="20591"/>
                  </a:cubicBezTo>
                  <a:cubicBezTo>
                    <a:pt x="15580" y="19502"/>
                    <a:pt x="15699" y="18376"/>
                    <a:pt x="15699" y="17222"/>
                  </a:cubicBezTo>
                  <a:cubicBezTo>
                    <a:pt x="15699" y="16807"/>
                    <a:pt x="15679" y="16394"/>
                    <a:pt x="15648" y="15985"/>
                  </a:cubicBezTo>
                  <a:cubicBezTo>
                    <a:pt x="15371" y="15896"/>
                    <a:pt x="15116" y="15757"/>
                    <a:pt x="14896" y="15577"/>
                  </a:cubicBezTo>
                  <a:close/>
                  <a:moveTo>
                    <a:pt x="18049" y="2796"/>
                  </a:moveTo>
                  <a:cubicBezTo>
                    <a:pt x="16319" y="2963"/>
                    <a:pt x="14667" y="3397"/>
                    <a:pt x="13127" y="4050"/>
                  </a:cubicBezTo>
                  <a:cubicBezTo>
                    <a:pt x="13136" y="4125"/>
                    <a:pt x="13139" y="4202"/>
                    <a:pt x="13139" y="4280"/>
                  </a:cubicBezTo>
                  <a:cubicBezTo>
                    <a:pt x="13139" y="4642"/>
                    <a:pt x="13052" y="4984"/>
                    <a:pt x="12904" y="5289"/>
                  </a:cubicBezTo>
                  <a:cubicBezTo>
                    <a:pt x="14441" y="7094"/>
                    <a:pt x="15635" y="9198"/>
                    <a:pt x="16388" y="11500"/>
                  </a:cubicBezTo>
                  <a:cubicBezTo>
                    <a:pt x="17323" y="11517"/>
                    <a:pt x="18121" y="12090"/>
                    <a:pt x="18465" y="12903"/>
                  </a:cubicBezTo>
                  <a:cubicBezTo>
                    <a:pt x="19505" y="12797"/>
                    <a:pt x="20517" y="12599"/>
                    <a:pt x="21493" y="12312"/>
                  </a:cubicBezTo>
                  <a:cubicBezTo>
                    <a:pt x="21562" y="11817"/>
                    <a:pt x="21600" y="11314"/>
                    <a:pt x="21600" y="10799"/>
                  </a:cubicBezTo>
                  <a:cubicBezTo>
                    <a:pt x="21600" y="7626"/>
                    <a:pt x="20230" y="4772"/>
                    <a:pt x="18049" y="2796"/>
                  </a:cubicBezTo>
                  <a:close/>
                  <a:moveTo>
                    <a:pt x="13739" y="14349"/>
                  </a:moveTo>
                  <a:cubicBezTo>
                    <a:pt x="11074" y="13908"/>
                    <a:pt x="8601" y="12890"/>
                    <a:pt x="6450" y="11433"/>
                  </a:cubicBezTo>
                  <a:cubicBezTo>
                    <a:pt x="6101" y="11646"/>
                    <a:pt x="5691" y="11773"/>
                    <a:pt x="5251" y="11773"/>
                  </a:cubicBezTo>
                  <a:cubicBezTo>
                    <a:pt x="5090" y="11773"/>
                    <a:pt x="4933" y="11755"/>
                    <a:pt x="4781" y="11724"/>
                  </a:cubicBezTo>
                  <a:cubicBezTo>
                    <a:pt x="3750" y="13677"/>
                    <a:pt x="3093" y="15854"/>
                    <a:pt x="2903" y="18164"/>
                  </a:cubicBezTo>
                  <a:cubicBezTo>
                    <a:pt x="3931" y="19266"/>
                    <a:pt x="5186" y="20154"/>
                    <a:pt x="6595" y="20750"/>
                  </a:cubicBezTo>
                  <a:cubicBezTo>
                    <a:pt x="8345" y="18059"/>
                    <a:pt x="10792" y="15833"/>
                    <a:pt x="13739" y="14349"/>
                  </a:cubicBezTo>
                  <a:close/>
                  <a:moveTo>
                    <a:pt x="17258" y="15906"/>
                  </a:moveTo>
                  <a:cubicBezTo>
                    <a:pt x="17290" y="16340"/>
                    <a:pt x="17306" y="16780"/>
                    <a:pt x="17306" y="17222"/>
                  </a:cubicBezTo>
                  <a:cubicBezTo>
                    <a:pt x="17306" y="18003"/>
                    <a:pt x="17256" y="18770"/>
                    <a:pt x="17163" y="19525"/>
                  </a:cubicBezTo>
                  <a:cubicBezTo>
                    <a:pt x="18993" y="18186"/>
                    <a:pt x="20389" y="16288"/>
                    <a:pt x="21091" y="14080"/>
                  </a:cubicBezTo>
                  <a:cubicBezTo>
                    <a:pt x="20259" y="14281"/>
                    <a:pt x="19403" y="14425"/>
                    <a:pt x="18531" y="14508"/>
                  </a:cubicBezTo>
                  <a:cubicBezTo>
                    <a:pt x="18326" y="15137"/>
                    <a:pt x="17860" y="15646"/>
                    <a:pt x="17258" y="15906"/>
                  </a:cubicBezTo>
                  <a:close/>
                  <a:moveTo>
                    <a:pt x="14278" y="12804"/>
                  </a:moveTo>
                  <a:cubicBezTo>
                    <a:pt x="14421" y="12507"/>
                    <a:pt x="14624" y="12244"/>
                    <a:pt x="14874" y="12035"/>
                  </a:cubicBezTo>
                  <a:cubicBezTo>
                    <a:pt x="14196" y="9947"/>
                    <a:pt x="13122" y="8037"/>
                    <a:pt x="11738" y="6396"/>
                  </a:cubicBezTo>
                  <a:cubicBezTo>
                    <a:pt x="11462" y="6512"/>
                    <a:pt x="11160" y="6577"/>
                    <a:pt x="10842" y="6577"/>
                  </a:cubicBezTo>
                  <a:cubicBezTo>
                    <a:pt x="10343" y="6577"/>
                    <a:pt x="9883" y="6417"/>
                    <a:pt x="9507" y="6147"/>
                  </a:cubicBezTo>
                  <a:cubicBezTo>
                    <a:pt x="8673" y="6781"/>
                    <a:pt x="7903" y="7490"/>
                    <a:pt x="7202" y="8265"/>
                  </a:cubicBezTo>
                  <a:cubicBezTo>
                    <a:pt x="7421" y="8615"/>
                    <a:pt x="7550" y="9030"/>
                    <a:pt x="7550" y="9475"/>
                  </a:cubicBezTo>
                  <a:cubicBezTo>
                    <a:pt x="7550" y="9715"/>
                    <a:pt x="7513" y="9946"/>
                    <a:pt x="7444" y="10163"/>
                  </a:cubicBezTo>
                  <a:cubicBezTo>
                    <a:pt x="9459" y="11510"/>
                    <a:pt x="11779" y="12433"/>
                    <a:pt x="14278" y="12804"/>
                  </a:cubicBezTo>
                  <a:close/>
                  <a:moveTo>
                    <a:pt x="10842" y="1982"/>
                  </a:moveTo>
                  <a:cubicBezTo>
                    <a:pt x="11448" y="1982"/>
                    <a:pt x="11999" y="2219"/>
                    <a:pt x="12409" y="2604"/>
                  </a:cubicBezTo>
                  <a:cubicBezTo>
                    <a:pt x="13608" y="2088"/>
                    <a:pt x="14870" y="1692"/>
                    <a:pt x="16183" y="1439"/>
                  </a:cubicBezTo>
                  <a:cubicBezTo>
                    <a:pt x="14599" y="526"/>
                    <a:pt x="12761" y="0"/>
                    <a:pt x="10801" y="0"/>
                  </a:cubicBezTo>
                  <a:cubicBezTo>
                    <a:pt x="9464" y="0"/>
                    <a:pt x="8183" y="245"/>
                    <a:pt x="7001" y="690"/>
                  </a:cubicBezTo>
                  <a:cubicBezTo>
                    <a:pt x="7940" y="1152"/>
                    <a:pt x="8833" y="1693"/>
                    <a:pt x="9674" y="2303"/>
                  </a:cubicBezTo>
                  <a:cubicBezTo>
                    <a:pt x="10018" y="2100"/>
                    <a:pt x="10415" y="1982"/>
                    <a:pt x="10842" y="1982"/>
                  </a:cubicBezTo>
                  <a:close/>
                  <a:moveTo>
                    <a:pt x="2954" y="9475"/>
                  </a:moveTo>
                  <a:cubicBezTo>
                    <a:pt x="2954" y="9153"/>
                    <a:pt x="3021" y="8844"/>
                    <a:pt x="3141" y="8566"/>
                  </a:cubicBezTo>
                  <a:cubicBezTo>
                    <a:pt x="2404" y="7757"/>
                    <a:pt x="1736" y="6884"/>
                    <a:pt x="1151" y="5952"/>
                  </a:cubicBezTo>
                  <a:cubicBezTo>
                    <a:pt x="417" y="7410"/>
                    <a:pt x="0" y="9056"/>
                    <a:pt x="0" y="10799"/>
                  </a:cubicBezTo>
                  <a:cubicBezTo>
                    <a:pt x="0" y="12819"/>
                    <a:pt x="556" y="14708"/>
                    <a:pt x="1521" y="16325"/>
                  </a:cubicBezTo>
                  <a:cubicBezTo>
                    <a:pt x="1866" y="14381"/>
                    <a:pt x="2520" y="12545"/>
                    <a:pt x="3424" y="10861"/>
                  </a:cubicBezTo>
                  <a:cubicBezTo>
                    <a:pt x="3130" y="10477"/>
                    <a:pt x="2954" y="9996"/>
                    <a:pt x="2954" y="9475"/>
                  </a:cubicBezTo>
                  <a:close/>
                  <a:moveTo>
                    <a:pt x="5251" y="7176"/>
                  </a:moveTo>
                  <a:cubicBezTo>
                    <a:pt x="5487" y="7176"/>
                    <a:pt x="5715" y="7213"/>
                    <a:pt x="5930" y="7278"/>
                  </a:cubicBezTo>
                  <a:cubicBezTo>
                    <a:pt x="6738" y="6372"/>
                    <a:pt x="7636" y="5547"/>
                    <a:pt x="8608" y="4813"/>
                  </a:cubicBezTo>
                  <a:cubicBezTo>
                    <a:pt x="8567" y="4642"/>
                    <a:pt x="8543" y="4464"/>
                    <a:pt x="8543" y="4280"/>
                  </a:cubicBezTo>
                  <a:cubicBezTo>
                    <a:pt x="8543" y="4026"/>
                    <a:pt x="8587" y="3781"/>
                    <a:pt x="8663" y="3552"/>
                  </a:cubicBezTo>
                  <a:cubicBezTo>
                    <a:pt x="7575" y="2770"/>
                    <a:pt x="6391" y="2115"/>
                    <a:pt x="5131" y="1609"/>
                  </a:cubicBezTo>
                  <a:cubicBezTo>
                    <a:pt x="3949" y="2338"/>
                    <a:pt x="2920" y="3289"/>
                    <a:pt x="2099" y="4405"/>
                  </a:cubicBezTo>
                  <a:cubicBezTo>
                    <a:pt x="2708" y="5484"/>
                    <a:pt x="3433" y="6491"/>
                    <a:pt x="4256" y="7407"/>
                  </a:cubicBezTo>
                  <a:cubicBezTo>
                    <a:pt x="4557" y="7261"/>
                    <a:pt x="4895" y="7176"/>
                    <a:pt x="5251" y="7176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marL="0" marR="0" lvl="0" indent="0" defTabSz="9140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3599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809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</p:spPr>
        <p:txBody>
          <a:bodyPr anchor="ctr">
            <a:normAutofit/>
          </a:bodyPr>
          <a:lstStyle/>
          <a:p>
            <a:r>
              <a:rPr lang="en-GB" sz="1500"/>
              <a:t>Key </a:t>
            </a:r>
            <a:r>
              <a:rPr lang="en-GB" sz="1500" err="1"/>
              <a:t>acheivements</a:t>
            </a:r>
            <a:r>
              <a:rPr lang="en-GB" sz="1500"/>
              <a:t> and Changes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8715338-A015-7DF5-3D92-82018EED3E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168" y="908279"/>
            <a:ext cx="5640832" cy="381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009B48E-270F-FD89-942C-FF4B41E15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77BCB72-0D90-E145-8401-3E0E6DF9B0D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3BDA320A-EAF4-312E-5BD2-7B8D247891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91350" y="711201"/>
            <a:ext cx="4953000" cy="49022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7E4156-B210-4615-D4EE-BB0EB3BE9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65372"/>
              </p:ext>
            </p:extLst>
          </p:nvPr>
        </p:nvGraphicFramePr>
        <p:xfrm>
          <a:off x="1378731" y="2372102"/>
          <a:ext cx="5612619" cy="26433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12619">
                  <a:extLst>
                    <a:ext uri="{9D8B030D-6E8A-4147-A177-3AD203B41FA5}">
                      <a16:colId xmlns:a16="http://schemas.microsoft.com/office/drawing/2014/main" val="1586709097"/>
                    </a:ext>
                  </a:extLst>
                </a:gridCol>
              </a:tblGrid>
              <a:tr h="2643378">
                <a:tc>
                  <a:txBody>
                    <a:bodyPr/>
                    <a:lstStyle/>
                    <a:p>
                      <a:pPr marL="457200" indent="-4572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3300" u="none" strike="noStrike" dirty="0">
                          <a:effectLst/>
                        </a:rPr>
                        <a:t>Supply Inventory kept under control and maintained below 20 million euro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b"/>
                </a:tc>
                <a:extLst>
                  <a:ext uri="{0D108BD9-81ED-4DB2-BD59-A6C34878D82A}">
                    <a16:rowId xmlns:a16="http://schemas.microsoft.com/office/drawing/2014/main" val="267777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030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95539E-544C-8057-42FB-FCB06BD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DDC0-6055-27C0-C8D6-16F99C2B3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EAF21-D21C-0AD0-652B-9BBE4FEB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249F-03BA-F75F-1452-110B5052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8E0EC28B-DDA5-289A-D3E2-7EAD337274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6315954"/>
              </p:ext>
            </p:extLst>
          </p:nvPr>
        </p:nvGraphicFramePr>
        <p:xfrm>
          <a:off x="455168" y="1707186"/>
          <a:ext cx="10960545" cy="3647232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2192109">
                  <a:extLst>
                    <a:ext uri="{9D8B030D-6E8A-4147-A177-3AD203B41FA5}">
                      <a16:colId xmlns:a16="http://schemas.microsoft.com/office/drawing/2014/main" val="2523698107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33855354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10206108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434693612"/>
                    </a:ext>
                  </a:extLst>
                </a:gridCol>
                <a:gridCol w="2192109">
                  <a:extLst>
                    <a:ext uri="{9D8B030D-6E8A-4147-A177-3AD203B41FA5}">
                      <a16:colId xmlns:a16="http://schemas.microsoft.com/office/drawing/2014/main" val="2025022298"/>
                    </a:ext>
                  </a:extLst>
                </a:gridCol>
              </a:tblGrid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Ipsum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1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2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3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Lorem 4</a:t>
                      </a:r>
                      <a:endParaRPr lang="en-GB" dirty="0"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8041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1802202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728259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253780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57021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15013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Lorem Item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3.4567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1.2378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56.789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chemeClr val="tx2"/>
                          </a:solidFill>
                        </a:rPr>
                        <a:t>908.123</a:t>
                      </a:r>
                      <a:endParaRPr lang="en-GB" sz="1100" dirty="0">
                        <a:solidFill>
                          <a:schemeClr val="tx2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510538"/>
                  </a:ext>
                </a:extLst>
              </a:tr>
              <a:tr h="455904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7505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464790B-CACF-FFA8-9592-3CDC64C5EC17}"/>
              </a:ext>
            </a:extLst>
          </p:cNvPr>
          <p:cNvSpPr txBox="1"/>
          <p:nvPr/>
        </p:nvSpPr>
        <p:spPr>
          <a:xfrm>
            <a:off x="8783605" y="5493889"/>
            <a:ext cx="26516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900" dirty="0">
                <a:solidFill>
                  <a:srgbClr val="44546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disclaimer or footnotes can be placed here. </a:t>
            </a:r>
          </a:p>
        </p:txBody>
      </p:sp>
    </p:spTree>
    <p:extLst>
      <p:ext uri="{BB962C8B-B14F-4D97-AF65-F5344CB8AC3E}">
        <p14:creationId xmlns:p14="http://schemas.microsoft.com/office/powerpoint/2010/main" val="362150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1530C45-5146-BE91-3D49-7F96F78831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6632AD0-968A-3496-74F8-EAE25016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8A7E120-9784-7CA4-AB28-3A02F6DD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F624A38-246F-5797-D075-1B760D38F1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CBB44-0B1F-87F4-7346-8AAD8597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8766E-E15B-619C-8C83-CC9F0A53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73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Zástupný obsah 8">
            <a:extLst>
              <a:ext uri="{FF2B5EF4-FFF2-40B4-BE49-F238E27FC236}">
                <a16:creationId xmlns:a16="http://schemas.microsoft.com/office/drawing/2014/main" id="{16A55B05-E98E-E748-6EFF-566474C860B7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42913" y="1525588"/>
          <a:ext cx="5646737" cy="4337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D68657-F85A-8A9C-DA2E-3F876EFC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3326E-F493-511E-9433-5A454DF739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8460657-3140-A2E0-29CD-618AC88BD7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0895B-1C2C-CF25-472E-4C61EA06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9ADD-AA6B-D1D2-1BAF-930E34CA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457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7213C-0181-5821-A0C6-E38ADE88E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5B8AE-E99D-881C-8195-36B31444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62FCE-B02F-5CB4-9939-63B9774871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5C9BD-40FD-294E-C560-8622BA926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34B31-1C99-F1FE-9246-52CA94BF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BCB72-0D90-E145-8401-3E0E6DF9B0D1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B296CC-1F3C-4369-EBB5-273FDC1447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3607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B79"/>
                </a:solidFill>
              </a:defRPr>
            </a:pPr>
            <a:r>
              <a:t>Market Overview &amp;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global biosimilars market is projected to reach ~9B by 2026, driven by a 17% CAGR. It is a critical growth engine for the broader generics industry.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B79"/>
                </a:solidFill>
              </a:defRPr>
            </a:pPr>
            <a:r>
              <a:t>Key Growth Drivers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Patent expirations for major biologics, increasing demand for affordable care, and supportive regulatory shifts (e.g., interchangeable designations) are accelerating adoption.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B79"/>
                </a:solidFill>
              </a:defRPr>
            </a:pPr>
            <a:r>
              <a:t>Cost Savings &amp; Accessibility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Biosimilars are expected to save healthcare systems over 0B annually by 2026, significantly improving patient access to life-saving treatments.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B79"/>
                </a:solidFill>
              </a:defRPr>
            </a:pPr>
            <a:r>
              <a:t>Strategic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entry faces hurdles like the 'rebate wall' from PBMs and the 'biosimilar void' where some expiring patents lack developed alternatives.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4B79"/>
                </a:solidFill>
              </a:defRPr>
            </a:pPr>
            <a:r>
              <a:t>Future Outlook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Biosimilars will redefine the generic model, requiring specialized development capabilities. Zentiva remains positioned to lead in this high-growth healthcare segment.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