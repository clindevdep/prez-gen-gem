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4"/>
  </p:sldMasterIdLst>
  <p:notesMasterIdLst>
    <p:notesMasterId r:id="rId19"/>
  </p:notesMasterIdLst>
  <p:handoutMasterIdLst>
    <p:handoutMasterId r:id="rId20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C89F"/>
    <a:srgbClr val="0070D0"/>
    <a:srgbClr val="006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45"/>
    <p:restoredTop sz="94150"/>
  </p:normalViewPr>
  <p:slideViewPr>
    <p:cSldViewPr snapToGrid="0" snapToObjects="1">
      <p:cViewPr varScale="1">
        <p:scale>
          <a:sx n="104" d="100"/>
          <a:sy n="104" d="100"/>
        </p:scale>
        <p:origin x="11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1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D3F253-CD50-844C-8488-15B8F0C7D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C5604-4970-4B4E-A517-B4725A0D2E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8147B-9EE5-7543-A5FB-03F6B0ECBE8A}" type="datetimeFigureOut">
              <a:rPr lang="en-US" smtClean="0"/>
              <a:t>04-Feb-26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935B6-1712-F042-BCC6-B35692E5A9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9203B-75C4-8843-95E2-691382E94C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1CD85-E949-6646-8275-324728FDC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49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DD981E-F1D8-184B-973D-405FD95324AA}" type="datetimeFigureOut">
              <a:rPr lang="fr-FR" smtClean="0"/>
              <a:t>04/02/2026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6367-8D66-C548-9361-CD3CCA1D57C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4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BB4BE-853D-571B-D598-6153B34B5A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685CEC-0945-4B69-3388-84471F768D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33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989E13-5219-8459-55AA-653DAD3AD4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3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95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3836FF-8D64-6BDE-3E61-C3A7EBCC6001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FFBCE-899C-3D2F-04C9-DBD0CBA73A9D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47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EBC8DB-5122-DC68-DB45-FA6BB1AE4748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58" y="1297"/>
            <a:ext cx="5647141" cy="6740056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  <a:gd name="connsiteX0" fmla="*/ 1507187 w 6101948"/>
              <a:gd name="connsiteY0" fmla="*/ 1295 h 6858000"/>
              <a:gd name="connsiteX1" fmla="*/ 1555348 w 6101948"/>
              <a:gd name="connsiteY1" fmla="*/ 0 h 6858000"/>
              <a:gd name="connsiteX2" fmla="*/ 6101948 w 6101948"/>
              <a:gd name="connsiteY2" fmla="*/ 0 h 6858000"/>
              <a:gd name="connsiteX3" fmla="*/ 6101948 w 6101948"/>
              <a:gd name="connsiteY3" fmla="*/ 6858000 h 6858000"/>
              <a:gd name="connsiteX4" fmla="*/ 1555348 w 6101948"/>
              <a:gd name="connsiteY4" fmla="*/ 6858000 h 6858000"/>
              <a:gd name="connsiteX5" fmla="*/ 1555348 w 6101948"/>
              <a:gd name="connsiteY5" fmla="*/ 6853574 h 6858000"/>
              <a:gd name="connsiteX6" fmla="*/ 1507187 w 6101948"/>
              <a:gd name="connsiteY6" fmla="*/ 6811855 h 6858000"/>
              <a:gd name="connsiteX7" fmla="*/ 0 w 6101948"/>
              <a:gd name="connsiteY7" fmla="*/ 3406575 h 6858000"/>
              <a:gd name="connsiteX8" fmla="*/ 1507187 w 6101948"/>
              <a:gd name="connsiteY8" fmla="*/ 1295 h 6858000"/>
              <a:gd name="connsiteX0" fmla="*/ 1514049 w 6101949"/>
              <a:gd name="connsiteY0" fmla="*/ 0 h 6876140"/>
              <a:gd name="connsiteX1" fmla="*/ 1555349 w 6101949"/>
              <a:gd name="connsiteY1" fmla="*/ 18140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8140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  <a:gd name="connsiteX0" fmla="*/ 1514049 w 6101949"/>
              <a:gd name="connsiteY0" fmla="*/ 0 h 6876140"/>
              <a:gd name="connsiteX1" fmla="*/ 1555349 w 6101949"/>
              <a:gd name="connsiteY1" fmla="*/ 1944 h 6876140"/>
              <a:gd name="connsiteX2" fmla="*/ 6101949 w 6101949"/>
              <a:gd name="connsiteY2" fmla="*/ 1944 h 6876140"/>
              <a:gd name="connsiteX3" fmla="*/ 6101949 w 6101949"/>
              <a:gd name="connsiteY3" fmla="*/ 6876140 h 6876140"/>
              <a:gd name="connsiteX4" fmla="*/ 1555349 w 6101949"/>
              <a:gd name="connsiteY4" fmla="*/ 6876140 h 6876140"/>
              <a:gd name="connsiteX5" fmla="*/ 1555349 w 6101949"/>
              <a:gd name="connsiteY5" fmla="*/ 6871714 h 6876140"/>
              <a:gd name="connsiteX6" fmla="*/ 1507188 w 6101949"/>
              <a:gd name="connsiteY6" fmla="*/ 6829995 h 6876140"/>
              <a:gd name="connsiteX7" fmla="*/ 1 w 6101949"/>
              <a:gd name="connsiteY7" fmla="*/ 3424715 h 6876140"/>
              <a:gd name="connsiteX8" fmla="*/ 1514049 w 6101949"/>
              <a:gd name="connsiteY8" fmla="*/ 0 h 6876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9" h="6876140">
                <a:moveTo>
                  <a:pt x="1514049" y="0"/>
                </a:moveTo>
                <a:lnTo>
                  <a:pt x="1555349" y="1944"/>
                </a:lnTo>
                <a:lnTo>
                  <a:pt x="6101949" y="1944"/>
                </a:lnTo>
                <a:lnTo>
                  <a:pt x="6101949" y="6876140"/>
                </a:lnTo>
                <a:lnTo>
                  <a:pt x="1555349" y="6876140"/>
                </a:lnTo>
                <a:lnTo>
                  <a:pt x="1555349" y="6871714"/>
                </a:lnTo>
                <a:lnTo>
                  <a:pt x="1507188" y="6829995"/>
                </a:lnTo>
                <a:cubicBezTo>
                  <a:pt x="581291" y="5988459"/>
                  <a:pt x="-1142" y="4563047"/>
                  <a:pt x="1" y="3424715"/>
                </a:cubicBezTo>
                <a:cubicBezTo>
                  <a:pt x="1144" y="2286383"/>
                  <a:pt x="588152" y="841537"/>
                  <a:pt x="1514049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359C4F-1B5C-C176-4B47-8A9B22028FFA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60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FD02E8-BC40-4DF0-A298-4B04C290CCB4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35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62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EDDA53-BED0-C1D5-5F95-B55DE0FB7797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2CDFED0-3A1F-5B65-CF1B-C0D2304D1A49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612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5C676-ED6B-8197-7DE8-DA237594DC7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9D7AC-5F4A-948A-4FD4-11DD112503C7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36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749D49-04F1-7F18-F44C-A91E0768827E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4C58F-2086-E70C-0A90-BD7CE6037C78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9407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7082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7084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99D5D1-E582-DC59-731A-2F0AE009C1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81488" y="0"/>
            <a:ext cx="7910512" cy="5862257"/>
          </a:xfrm>
          <a:solidFill>
            <a:schemeClr val="bg1">
              <a:lumMod val="95000"/>
            </a:schemeClr>
          </a:solidFill>
        </p:spPr>
        <p:txBody>
          <a:bodyPr/>
          <a:lstStyle>
            <a:lvl1pPr algn="ctr">
              <a:defRPr/>
            </a:lvl1pPr>
          </a:lstStyle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1273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1299" y="745081"/>
            <a:ext cx="3175001" cy="2387600"/>
          </a:xfrm>
          <a:prstGeom prst="rect">
            <a:avLst/>
          </a:prstGeom>
        </p:spPr>
        <p:txBody>
          <a:bodyPr anchor="b"/>
          <a:lstStyle>
            <a:lvl1pPr algn="l" fontAlgn="b">
              <a:lnSpc>
                <a:spcPct val="80000"/>
              </a:lnSpc>
              <a:defRPr sz="36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11301" y="3224756"/>
            <a:ext cx="271336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46F83A-284B-41EB-CE83-93247E3139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9" name="Date Placeholder 6">
            <a:extLst>
              <a:ext uri="{FF2B5EF4-FFF2-40B4-BE49-F238E27FC236}">
                <a16:creationId xmlns:a16="http://schemas.microsoft.com/office/drawing/2014/main" id="{F5EC3EF2-76CE-F172-7A74-16BA6AD0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20" name="Footer Placeholder 7">
            <a:extLst>
              <a:ext uri="{FF2B5EF4-FFF2-40B4-BE49-F238E27FC236}">
                <a16:creationId xmlns:a16="http://schemas.microsoft.com/office/drawing/2014/main" id="{1970BF37-1F60-0942-2723-967716AE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8">
            <a:extLst>
              <a:ext uri="{FF2B5EF4-FFF2-40B4-BE49-F238E27FC236}">
                <a16:creationId xmlns:a16="http://schemas.microsoft.com/office/drawing/2014/main" id="{0748D16E-A0C7-AE60-FD6F-D4A2D2A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108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A7B54-C6D2-7DB2-DE40-CD783648E0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2794"/>
            <a:ext cx="12192000" cy="5862257"/>
          </a:xfrm>
        </p:spPr>
        <p:txBody>
          <a:bodyPr anchor="t"/>
          <a:lstStyle>
            <a:lvl1pPr algn="r">
              <a:defRPr sz="1800"/>
            </a:lvl1pPr>
          </a:lstStyle>
          <a:p>
            <a:r>
              <a:rPr lang="en-GB" dirty="0"/>
              <a:t>Click icon to add picture, then send picture to background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A7111E-3EA0-2D4D-9B4F-F07E74B97C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29598"/>
            <a:ext cx="2301498" cy="65350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125135E-23DF-1147-BBB0-1718DD4416A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799" y="643481"/>
            <a:ext cx="9274216" cy="2387600"/>
          </a:xfrm>
          <a:prstGeom prst="rect">
            <a:avLst/>
          </a:prstGeom>
        </p:spPr>
        <p:txBody>
          <a:bodyPr anchor="ctr"/>
          <a:lstStyle>
            <a:lvl1pPr algn="l" fontAlgn="b">
              <a:lnSpc>
                <a:spcPct val="80000"/>
              </a:lnSpc>
              <a:defRPr sz="5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B01597A-D44C-FF46-A8CF-7556C01D33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3123156"/>
            <a:ext cx="7925765" cy="16557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167C72DB-AAF6-8AC9-ED2F-B5786196E99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18075" y="617378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7543042-476D-1818-18E4-A6890329F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1915" y="617378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54B51CE-0B54-E6B6-9111-6231AF8D5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6452" y="617378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30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4" name="Date Placeholder 6">
            <a:extLst>
              <a:ext uri="{FF2B5EF4-FFF2-40B4-BE49-F238E27FC236}">
                <a16:creationId xmlns:a16="http://schemas.microsoft.com/office/drawing/2014/main" id="{3D527A95-23C0-170D-CBC2-8D0284A0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BF3BCC81-C1F6-DF1C-B33D-99227211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C5ACD9B-696B-2051-BDD7-274542C0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59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2569BED0-C3D3-3F3F-D0D0-AB63B9D9BE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09EE2C2-533A-B339-CAFE-9F0C3D60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69228871-8590-83D8-0963-F51FBA8CF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83FB-1B2D-BD4F-CEBF-86EC90083844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2F30E5-B923-CAC3-EBE2-62B1E9C70150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38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54CDF-74A2-514E-8D25-E2E8ECD20C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10972800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4D8769C-DC23-DA47-BA9D-90F43DCA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13D39D-E121-5D46-B8A5-48C08F1EC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79F1D-F126-9457-B58C-C11A9E01058C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BBA78-4397-6ED1-F49D-DABC31DD8F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D8F65-E4B9-AD22-71EB-7628C2F0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52B561-66CE-BEF7-AB86-8FB3EBB1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3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-20545"/>
            <a:ext cx="5647140" cy="6761898"/>
          </a:xfrm>
          <a:custGeom>
            <a:avLst/>
            <a:gdLst>
              <a:gd name="connsiteX0" fmla="*/ 1555348 w 6101948"/>
              <a:gd name="connsiteY0" fmla="*/ 0 h 6898423"/>
              <a:gd name="connsiteX1" fmla="*/ 1555348 w 6101948"/>
              <a:gd name="connsiteY1" fmla="*/ 40423 h 6898423"/>
              <a:gd name="connsiteX2" fmla="*/ 6101948 w 6101948"/>
              <a:gd name="connsiteY2" fmla="*/ 40423 h 6898423"/>
              <a:gd name="connsiteX3" fmla="*/ 6101948 w 6101948"/>
              <a:gd name="connsiteY3" fmla="*/ 6898423 h 6898423"/>
              <a:gd name="connsiteX4" fmla="*/ 1555348 w 6101948"/>
              <a:gd name="connsiteY4" fmla="*/ 6898423 h 6898423"/>
              <a:gd name="connsiteX5" fmla="*/ 1555348 w 6101948"/>
              <a:gd name="connsiteY5" fmla="*/ 6893997 h 6898423"/>
              <a:gd name="connsiteX6" fmla="*/ 1507187 w 6101948"/>
              <a:gd name="connsiteY6" fmla="*/ 6852278 h 6898423"/>
              <a:gd name="connsiteX7" fmla="*/ 0 w 6101948"/>
              <a:gd name="connsiteY7" fmla="*/ 3446998 h 6898423"/>
              <a:gd name="connsiteX8" fmla="*/ 1507187 w 6101948"/>
              <a:gd name="connsiteY8" fmla="*/ 41718 h 6898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1948" h="6898423">
                <a:moveTo>
                  <a:pt x="1555348" y="0"/>
                </a:moveTo>
                <a:lnTo>
                  <a:pt x="1555348" y="40423"/>
                </a:lnTo>
                <a:lnTo>
                  <a:pt x="6101948" y="40423"/>
                </a:lnTo>
                <a:lnTo>
                  <a:pt x="6101948" y="6898423"/>
                </a:lnTo>
                <a:lnTo>
                  <a:pt x="1555348" y="6898423"/>
                </a:lnTo>
                <a:lnTo>
                  <a:pt x="1555348" y="6893997"/>
                </a:lnTo>
                <a:lnTo>
                  <a:pt x="1507187" y="6852278"/>
                </a:lnTo>
                <a:cubicBezTo>
                  <a:pt x="581290" y="6010742"/>
                  <a:pt x="0" y="4796754"/>
                  <a:pt x="0" y="3446998"/>
                </a:cubicBezTo>
                <a:cubicBezTo>
                  <a:pt x="0" y="2097243"/>
                  <a:pt x="581290" y="883255"/>
                  <a:pt x="1507187" y="41718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36031DBE-F85C-6592-A3DA-BA4B37136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3414F3D-7D10-E3FC-5B6D-8E5B3D441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09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19EA41-71C1-2005-7800-2B482A2AA340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721475"/>
          </a:xfrm>
          <a:prstGeom prst="rect">
            <a:avLst/>
          </a:prstGeom>
          <a:solidFill>
            <a:schemeClr val="bg2"/>
          </a:solidFill>
        </p:spPr>
        <p:txBody>
          <a:bodyPr vert="horz" wrap="square" lIns="91440" tIns="90000" rIns="91440" bIns="90000" rtlCol="0" anchor="ctr">
            <a:noAutofit/>
          </a:bodyPr>
          <a:lstStyle>
            <a:lvl1pPr>
              <a:defRPr lang="en-GB" dirty="0"/>
            </a:lvl1pPr>
          </a:lstStyle>
          <a:p>
            <a:pPr lvl="0" algn="ctr"/>
            <a:r>
              <a:rPr lang="en-GB" dirty="0"/>
              <a:t>Click to add picture</a:t>
            </a:r>
          </a:p>
          <a:p>
            <a:pPr lvl="0" algn="ctr"/>
            <a:endParaRPr lang="en-GB" dirty="0"/>
          </a:p>
          <a:p>
            <a:pPr lvl="0" algn="ctr"/>
            <a:endParaRPr lang="en-GB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D92A4BAE-A4BB-3977-61E2-6880D2202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E7D91F1-FFD5-061B-9DA9-650C9BCC3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9077A8-C3D2-9473-E16B-094E7BB036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544860" y="0"/>
            <a:ext cx="5647140" cy="6858000"/>
          </a:xfrm>
          <a:prstGeom prst="rect">
            <a:avLst/>
          </a:pr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GB" dirty="0"/>
              <a:t>Click to add picture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8A3D459F-6679-A01E-33F6-6FA6055F6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41337" y="6289757"/>
            <a:ext cx="4348716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3576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203118"/>
            <a:ext cx="5448300" cy="5854700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469240"/>
            <a:ext cx="4953000" cy="5322455"/>
          </a:xfrm>
          <a:custGeom>
            <a:avLst/>
            <a:gdLst>
              <a:gd name="connsiteX0" fmla="*/ 2927350 w 5448300"/>
              <a:gd name="connsiteY0" fmla="*/ 0 h 5854700"/>
              <a:gd name="connsiteX1" fmla="*/ 5354755 w 5448300"/>
              <a:gd name="connsiteY1" fmla="*/ 1290641 h 5854700"/>
              <a:gd name="connsiteX2" fmla="*/ 5448300 w 5448300"/>
              <a:gd name="connsiteY2" fmla="*/ 1444621 h 5854700"/>
              <a:gd name="connsiteX3" fmla="*/ 5448300 w 5448300"/>
              <a:gd name="connsiteY3" fmla="*/ 4410080 h 5854700"/>
              <a:gd name="connsiteX4" fmla="*/ 5354755 w 5448300"/>
              <a:gd name="connsiteY4" fmla="*/ 4564059 h 5854700"/>
              <a:gd name="connsiteX5" fmla="*/ 2927350 w 5448300"/>
              <a:gd name="connsiteY5" fmla="*/ 5854700 h 5854700"/>
              <a:gd name="connsiteX6" fmla="*/ 0 w 5448300"/>
              <a:gd name="connsiteY6" fmla="*/ 2927350 h 5854700"/>
              <a:gd name="connsiteX7" fmla="*/ 2927350 w 5448300"/>
              <a:gd name="connsiteY7" fmla="*/ 0 h 585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48300" h="5854700">
                <a:moveTo>
                  <a:pt x="2927350" y="0"/>
                </a:moveTo>
                <a:cubicBezTo>
                  <a:pt x="3937807" y="0"/>
                  <a:pt x="4828689" y="511961"/>
                  <a:pt x="5354755" y="1290641"/>
                </a:cubicBezTo>
                <a:lnTo>
                  <a:pt x="5448300" y="1444621"/>
                </a:lnTo>
                <a:lnTo>
                  <a:pt x="5448300" y="4410080"/>
                </a:lnTo>
                <a:lnTo>
                  <a:pt x="5354755" y="4564059"/>
                </a:lnTo>
                <a:cubicBezTo>
                  <a:pt x="4828689" y="5342740"/>
                  <a:pt x="3937807" y="5854700"/>
                  <a:pt x="2927350" y="5854700"/>
                </a:cubicBezTo>
                <a:cubicBezTo>
                  <a:pt x="1310619" y="5854700"/>
                  <a:pt x="0" y="4544081"/>
                  <a:pt x="0" y="2927350"/>
                </a:cubicBezTo>
                <a:cubicBezTo>
                  <a:pt x="0" y="1310619"/>
                  <a:pt x="1310619" y="0"/>
                  <a:pt x="2927350" y="0"/>
                </a:cubicBezTo>
                <a:close/>
              </a:path>
            </a:pathLst>
          </a:cu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326134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D32C2B95-FBE4-6148-993C-09D27CA26D1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913" y="1525266"/>
            <a:ext cx="5647139" cy="43370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0869A9A0-B85E-2142-BB0B-B377016A4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5640832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E2589C1-4EC5-1640-A087-D45C72653B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5640832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id="{28EB79E8-BDC0-89BE-E1AB-B6A2DE184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3922D3B8-25BA-C8D5-0107-16E7D1C6D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6363A8E2-24B9-679D-1559-53B41C80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F3D4E-50EA-E229-B61C-316EF6A490AB}"/>
              </a:ext>
            </a:extLst>
          </p:cNvPr>
          <p:cNvSpPr/>
          <p:nvPr userDrawn="1"/>
        </p:nvSpPr>
        <p:spPr>
          <a:xfrm>
            <a:off x="0" y="672147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A03BB-E4F2-E888-1E4F-42802222F220}"/>
              </a:ext>
            </a:extLst>
          </p:cNvPr>
          <p:cNvSpPr/>
          <p:nvPr userDrawn="1"/>
        </p:nvSpPr>
        <p:spPr>
          <a:xfrm>
            <a:off x="6743700" y="436304"/>
            <a:ext cx="5448300" cy="5426012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116FC10-A850-38C5-2BD8-DF57F9F5EE0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91350" y="711201"/>
            <a:ext cx="4953000" cy="4902200"/>
          </a:xfrm>
          <a:prstGeom prst="rect">
            <a:avLst/>
          </a:prstGeom>
        </p:spPr>
        <p:txBody>
          <a:bodyPr wrap="square" lIns="360000" rIns="360000" anchor="ctr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algn="ctr">
              <a:defRPr b="1">
                <a:solidFill>
                  <a:schemeClr val="bg1"/>
                </a:solidFill>
              </a:defRPr>
            </a:lvl2pPr>
            <a:lvl3pPr algn="ctr">
              <a:defRPr b="1">
                <a:solidFill>
                  <a:schemeClr val="bg1"/>
                </a:solidFill>
              </a:defRPr>
            </a:lvl3pPr>
            <a:lvl4pPr algn="ctr">
              <a:defRPr b="1">
                <a:solidFill>
                  <a:schemeClr val="bg1"/>
                </a:solidFill>
              </a:defRPr>
            </a:lvl4pPr>
            <a:lvl5pPr algn="ctr"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Use this space for a quote or a call-out text</a:t>
            </a:r>
          </a:p>
        </p:txBody>
      </p:sp>
    </p:spTree>
    <p:extLst>
      <p:ext uri="{BB962C8B-B14F-4D97-AF65-F5344CB8AC3E}">
        <p14:creationId xmlns:p14="http://schemas.microsoft.com/office/powerpoint/2010/main" val="17347010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20"/>
          </p:nvPr>
        </p:nvSpPr>
        <p:spPr>
          <a:xfrm>
            <a:off x="108217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5" name="Picture Placeholder 3"/>
          <p:cNvSpPr>
            <a:spLocks noGrp="1"/>
          </p:cNvSpPr>
          <p:nvPr>
            <p:ph type="pic" sz="quarter" idx="21"/>
          </p:nvPr>
        </p:nvSpPr>
        <p:spPr>
          <a:xfrm>
            <a:off x="3836096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6" name="Picture Placeholder 3"/>
          <p:cNvSpPr>
            <a:spLocks noGrp="1"/>
          </p:cNvSpPr>
          <p:nvPr>
            <p:ph type="pic" sz="quarter" idx="22"/>
          </p:nvPr>
        </p:nvSpPr>
        <p:spPr>
          <a:xfrm>
            <a:off x="6590020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23"/>
          </p:nvPr>
        </p:nvSpPr>
        <p:spPr>
          <a:xfrm>
            <a:off x="9156387" y="2235125"/>
            <a:ext cx="1962282" cy="190250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8C2E4-2467-C720-F78C-902AFDFA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68" y="436304"/>
            <a:ext cx="10960546" cy="415458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A07D1-0A8B-66B9-11E5-C7214279BA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5168" y="908279"/>
            <a:ext cx="10960546" cy="381000"/>
          </a:xfrm>
          <a:prstGeom prst="rect">
            <a:avLst/>
          </a:prstGeom>
        </p:spPr>
        <p:txBody>
          <a:bodyPr/>
          <a:lstStyle>
            <a:lvl1pPr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 err="1"/>
              <a:t>Subtitle</a:t>
            </a:r>
            <a:endParaRPr lang="fr-FR" dirty="0"/>
          </a:p>
        </p:txBody>
      </p:sp>
      <p:sp>
        <p:nvSpPr>
          <p:cNvPr id="5" name="Date Placeholder 6">
            <a:extLst>
              <a:ext uri="{FF2B5EF4-FFF2-40B4-BE49-F238E27FC236}">
                <a16:creationId xmlns:a16="http://schemas.microsoft.com/office/drawing/2014/main" id="{DA6A7D79-F11C-F1C6-BB00-83C82956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06975" y="6289757"/>
            <a:ext cx="131879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lang="en-GB" sz="1200" smtClean="0">
                <a:solidFill>
                  <a:schemeClr val="accent1"/>
                </a:solidFill>
              </a:defRPr>
            </a:lvl1pPr>
          </a:lstStyle>
          <a:p>
            <a:fld id="{97F72C78-08E4-3B43-A767-DCA2AFB983CF}" type="datetime1">
              <a:rPr lang="fr-FR" smtClean="0"/>
              <a:pPr/>
              <a:t>04/02/2026</a:t>
            </a:fld>
            <a:endParaRPr lang="en-FR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1B920194-0BDB-DB18-D464-49EFC740D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70815" y="6289757"/>
            <a:ext cx="599117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2876B0BB-F18C-3B91-0E9D-A4FB36A7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5352" y="6289757"/>
            <a:ext cx="1586948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777BCB72-0D90-E145-8401-3E0E6DF9B0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8BA735-0AFF-7E85-9AD4-D9CCC1480F99}"/>
              </a:ext>
            </a:extLst>
          </p:cNvPr>
          <p:cNvSpPr/>
          <p:nvPr userDrawn="1"/>
        </p:nvSpPr>
        <p:spPr>
          <a:xfrm flipV="1">
            <a:off x="0" y="491990"/>
            <a:ext cx="463678" cy="298295"/>
          </a:xfrm>
          <a:prstGeom prst="rect">
            <a:avLst/>
          </a:prstGeom>
          <a:gradFill flip="none" rotWithShape="1">
            <a:gsLst>
              <a:gs pos="54000">
                <a:schemeClr val="accent2">
                  <a:lumMod val="75000"/>
                </a:schemeClr>
              </a:gs>
              <a:gs pos="100000">
                <a:schemeClr val="accent1"/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85474C-7C08-475D-6D62-FC430ABCFE87}"/>
              </a:ext>
            </a:extLst>
          </p:cNvPr>
          <p:cNvSpPr/>
          <p:nvPr userDrawn="1"/>
        </p:nvSpPr>
        <p:spPr>
          <a:xfrm>
            <a:off x="0" y="6736465"/>
            <a:ext cx="12192000" cy="136525"/>
          </a:xfrm>
          <a:prstGeom prst="rect">
            <a:avLst/>
          </a:prstGeom>
          <a:gradFill flip="none" rotWithShape="1">
            <a:gsLst>
              <a:gs pos="100000">
                <a:schemeClr val="accent2"/>
              </a:gs>
              <a:gs pos="77000">
                <a:schemeClr val="accent1"/>
              </a:gs>
            </a:gsLst>
            <a:lin ang="3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972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BAE40"/>
          </p15:clr>
        </p15:guide>
        <p15:guide id="2" pos="672">
          <p15:clr>
            <a:srgbClr val="FBAE40"/>
          </p15:clr>
        </p15:guide>
        <p15:guide id="3" pos="7008">
          <p15:clr>
            <a:srgbClr val="FBAE40"/>
          </p15:clr>
        </p15:guide>
        <p15:guide id="4" orient="horz" pos="3888">
          <p15:clr>
            <a:srgbClr val="FBAE40"/>
          </p15:clr>
        </p15:guide>
        <p15:guide id="5" orient="horz" pos="1392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tags" Target="../tags/tag1.xml"/><Relationship Id="rId27" Type="http://schemas.openxmlformats.org/officeDocument/2006/relationships/oleObject" Target="../embeddings/oleObject1.bin"/><Relationship Id="rId28" Type="http://schemas.openxmlformats.org/officeDocument/2006/relationships/image" Target="../media/image1.emf"/><Relationship Id="rId2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44BEAA08-2997-DA0B-9B50-3CEECA85A37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470509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404" imgH="405" progId="TCLayout.ActiveDocument.1">
                  <p:embed/>
                </p:oleObj>
              </mc:Choice>
              <mc:Fallback>
                <p:oleObj name="think-cell Slide" r:id="rId27" imgW="404" imgH="405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BEAA08-2997-DA0B-9B50-3CEECA85A3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0ED4031-9D52-0F4F-B342-500BFBFB8879}"/>
              </a:ext>
            </a:extLst>
          </p:cNvPr>
          <p:cNvPicPr>
            <a:picLocks noChangeAspect="1"/>
          </p:cNvPicPr>
          <p:nvPr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10508D-6CE7-1240-875B-E7FA1292D574}"/>
              </a:ext>
            </a:extLst>
          </p:cNvPr>
          <p:cNvSpPr/>
          <p:nvPr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256F-7315-7042-84F8-EA258E35446E}"/>
              </a:ext>
            </a:extLst>
          </p:cNvPr>
          <p:cNvSpPr/>
          <p:nvPr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89CDA2-C0AD-0D4F-8C45-001A323754E7}"/>
              </a:ext>
            </a:extLst>
          </p:cNvPr>
          <p:cNvSpPr/>
          <p:nvPr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0929A6-EC38-B845-A17C-D5C6FA4D5213}"/>
              </a:ext>
            </a:extLst>
          </p:cNvPr>
          <p:cNvSpPr/>
          <p:nvPr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FFAAF6-42FF-994F-B859-766608CA43FB}"/>
              </a:ext>
            </a:extLst>
          </p:cNvPr>
          <p:cNvSpPr/>
          <p:nvPr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4811E-7A95-3840-B898-B7C2DEBD5BFF}"/>
              </a:ext>
            </a:extLst>
          </p:cNvPr>
          <p:cNvSpPr/>
          <p:nvPr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9411EE-E201-3141-81A7-5F3903618E8F}"/>
              </a:ext>
            </a:extLst>
          </p:cNvPr>
          <p:cNvSpPr/>
          <p:nvPr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0BCCE0C-919A-5C45-A37D-78FC89729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98977" y="6379211"/>
            <a:ext cx="6126393" cy="3806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A14084E-DA1C-D04F-986F-B5B98CE91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6189" y="6379211"/>
            <a:ext cx="490849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E9999B6-258B-B442-A635-2B735D0F5F8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8CD4D0BD-9BA1-CF4F-BB0D-CE12B73C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7" y="365127"/>
            <a:ext cx="11009549" cy="784664"/>
          </a:xfrm>
          <a:prstGeom prst="rect">
            <a:avLst/>
          </a:prstGeom>
        </p:spPr>
        <p:txBody>
          <a:bodyPr vert="horz" lIns="91440" tIns="90000" rIns="91440" bIns="9000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1DCB31A-B8ED-E540-9AC0-BAA02C817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07" y="1427148"/>
            <a:ext cx="11009549" cy="4749815"/>
          </a:xfrm>
          <a:prstGeom prst="rect">
            <a:avLst/>
          </a:prstGeom>
        </p:spPr>
        <p:txBody>
          <a:bodyPr vert="horz" lIns="91440" tIns="90000" rIns="91440" bIns="90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9BF204-D8DC-2567-CEB2-875D1EC98186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227" y="6209602"/>
            <a:ext cx="1443091" cy="55028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EAA5D41-823F-5A60-E8A4-0499534FB9D7}"/>
              </a:ext>
            </a:extLst>
          </p:cNvPr>
          <p:cNvSpPr/>
          <p:nvPr userDrawn="1"/>
        </p:nvSpPr>
        <p:spPr>
          <a:xfrm>
            <a:off x="-526730" y="404395"/>
            <a:ext cx="393156" cy="3931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F8293C-EAA5-0F9A-C475-EB361F814C3D}"/>
              </a:ext>
            </a:extLst>
          </p:cNvPr>
          <p:cNvSpPr/>
          <p:nvPr userDrawn="1"/>
        </p:nvSpPr>
        <p:spPr>
          <a:xfrm>
            <a:off x="-526730" y="895049"/>
            <a:ext cx="393156" cy="3931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05482-749A-A6AD-3D60-F6BF194F69B3}"/>
              </a:ext>
            </a:extLst>
          </p:cNvPr>
          <p:cNvSpPr/>
          <p:nvPr userDrawn="1"/>
        </p:nvSpPr>
        <p:spPr>
          <a:xfrm>
            <a:off x="-526730" y="1385703"/>
            <a:ext cx="393156" cy="3931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BB327B-175B-A855-88AB-B67FE043A922}"/>
              </a:ext>
            </a:extLst>
          </p:cNvPr>
          <p:cNvSpPr/>
          <p:nvPr userDrawn="1"/>
        </p:nvSpPr>
        <p:spPr>
          <a:xfrm>
            <a:off x="-526730" y="1876357"/>
            <a:ext cx="260195" cy="2601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A28CC5-B4E3-C7D4-2549-38484BFC3D8F}"/>
              </a:ext>
            </a:extLst>
          </p:cNvPr>
          <p:cNvSpPr/>
          <p:nvPr userDrawn="1"/>
        </p:nvSpPr>
        <p:spPr>
          <a:xfrm>
            <a:off x="-526730" y="2188591"/>
            <a:ext cx="260195" cy="260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70AEEE-67D4-26B6-D5AF-2204DB519C21}"/>
              </a:ext>
            </a:extLst>
          </p:cNvPr>
          <p:cNvSpPr/>
          <p:nvPr userDrawn="1"/>
        </p:nvSpPr>
        <p:spPr>
          <a:xfrm>
            <a:off x="-526730" y="2837071"/>
            <a:ext cx="260195" cy="2601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AE214A-3ECB-2909-E612-B691BBA6B4BC}"/>
              </a:ext>
            </a:extLst>
          </p:cNvPr>
          <p:cNvSpPr/>
          <p:nvPr userDrawn="1"/>
        </p:nvSpPr>
        <p:spPr>
          <a:xfrm>
            <a:off x="-526730" y="2505397"/>
            <a:ext cx="260195" cy="260195"/>
          </a:xfrm>
          <a:prstGeom prst="rect">
            <a:avLst/>
          </a:prstGeom>
          <a:solidFill>
            <a:srgbClr val="79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2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649" r:id="rId13"/>
    <p:sldLayoutId id="2147483695" r:id="rId14"/>
    <p:sldLayoutId id="2147483669" r:id="rId15"/>
    <p:sldLayoutId id="2147483664" r:id="rId16"/>
    <p:sldLayoutId id="2147483694" r:id="rId17"/>
    <p:sldLayoutId id="2147483676" r:id="rId18"/>
    <p:sldLayoutId id="2147483677" r:id="rId19"/>
    <p:sldLayoutId id="2147483680" r:id="rId20"/>
    <p:sldLayoutId id="2147483681" r:id="rId21"/>
    <p:sldLayoutId id="2147483686" r:id="rId22"/>
    <p:sldLayoutId id="2147483689" r:id="rId23"/>
    <p:sldLayoutId id="2147483696" r:id="rId2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3EC89F"/>
        </a:buClr>
        <a:buFont typeface="Arial" panose="020B0604020202020204" pitchFamily="34" charset="0"/>
        <a:buNone/>
        <a:defRPr sz="2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3EC89F"/>
        </a:buClr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Biosimilars on Generics Market (2026)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Market Insights v006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3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 &amp; Growth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The global biosimilars market is projected to reach ~$49B by 2026.</a:t>
            </a:r>
          </a:p>
          <a:p>
            <a:pPr lvl="1"/>
            <a:r>
              <a:t>17% Compound Annual Growth Rate (CAGR).</a:t>
            </a:r>
          </a:p>
          <a:p>
            <a:pPr lvl="1"/>
            <a:r>
              <a:t>Primary driver: Patent cliffs of high-value biologics.</a:t>
            </a:r>
          </a:p>
          <a:p>
            <a:pPr/>
            <a:r>
              <a:t>Key growth engine for Zentiva's portfolio.</a:t>
            </a:r>
          </a:p>
          <a:p>
            <a:pPr lvl="1"/>
            <a:r>
              <a:t>Targeting oncology and immunology segments.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Impact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Healthcare cost containment:</a:t>
            </a:r>
          </a:p>
          <a:p>
            <a:pPr lvl="1"/>
            <a:r>
              <a:t>Projected savings exceeding $30B annually.</a:t>
            </a:r>
          </a:p>
          <a:p>
            <a:pPr lvl="1"/>
            <a:r>
              <a:t>Improved accessibility for chronic disease patients.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/>
            <a:r>
              <a:t>Market Challenges:</a:t>
            </a:r>
          </a:p>
          <a:p>
            <a:pPr lvl="1"/>
            <a:r>
              <a:t>Rebate walls from PBMs.</a:t>
            </a:r>
          </a:p>
          <a:p>
            <a:pPr lvl="1"/>
            <a:r>
              <a:t>Biosimilar voids in specialized therapeutic areas.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Zentiva - 2023">
  <a:themeElements>
    <a:clrScheme name="Zentiva - October 2023">
      <a:dk1>
        <a:srgbClr val="323232"/>
      </a:dk1>
      <a:lt1>
        <a:srgbClr val="FFFFFF"/>
      </a:lt1>
      <a:dk2>
        <a:srgbClr val="004875"/>
      </a:dk2>
      <a:lt2>
        <a:srgbClr val="EDEDED"/>
      </a:lt2>
      <a:accent1>
        <a:srgbClr val="004876"/>
      </a:accent1>
      <a:accent2>
        <a:srgbClr val="00BD8E"/>
      </a:accent2>
      <a:accent3>
        <a:srgbClr val="1C6DC3"/>
      </a:accent3>
      <a:accent4>
        <a:srgbClr val="B9207B"/>
      </a:accent4>
      <a:accent5>
        <a:srgbClr val="FC4C02"/>
      </a:accent5>
      <a:accent6>
        <a:srgbClr val="FFCC00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Zentiva - 2023" id="{ED0866B8-A48B-AE46-84C3-59334CDD0D4C}" vid="{E9065DF8-D667-5045-8BD5-6ED4D68C26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C562B37D33F2408DD62D6138F7B3A0" ma:contentTypeVersion="11" ma:contentTypeDescription="Create a new document." ma:contentTypeScope="" ma:versionID="dcedc201b6ebba5a4039635571702f3c">
  <xsd:schema xmlns:xsd="http://www.w3.org/2001/XMLSchema" xmlns:xs="http://www.w3.org/2001/XMLSchema" xmlns:p="http://schemas.microsoft.com/office/2006/metadata/properties" xmlns:ns2="a12d1f2f-b3ea-48e3-8d56-27f45d2566f9" xmlns:ns3="2289e7e7-b654-4a35-813d-26a84d3a904d" targetNamespace="http://schemas.microsoft.com/office/2006/metadata/properties" ma:root="true" ma:fieldsID="9605551047222971607e091dcc77f58a" ns2:_="" ns3:_="">
    <xsd:import namespace="a12d1f2f-b3ea-48e3-8d56-27f45d2566f9"/>
    <xsd:import namespace="2289e7e7-b654-4a35-813d-26a84d3a90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2d1f2f-b3ea-48e3-8d56-27f45d256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3c32ade-1f72-491f-8e80-ad8224348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89e7e7-b654-4a35-813d-26a84d3a904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e87d3b03-2ab7-4768-aabb-216402377734}" ma:internalName="TaxCatchAll" ma:showField="CatchAllData" ma:web="9ba2cc10-c5cc-468c-ace1-065c08665c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89e7e7-b654-4a35-813d-26a84d3a904d" xsi:nil="true"/>
    <lcf76f155ced4ddcb4097134ff3c332f xmlns="a12d1f2f-b3ea-48e3-8d56-27f45d2566f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DCDD62-CB31-4290-8A1B-99B49CD27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2d1f2f-b3ea-48e3-8d56-27f45d2566f9"/>
    <ds:schemaRef ds:uri="2289e7e7-b654-4a35-813d-26a84d3a90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A0A6C8-3FF4-4EC1-B030-055FF17F1C6A}">
  <ds:schemaRefs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a12d1f2f-b3ea-48e3-8d56-27f45d2566f9"/>
    <ds:schemaRef ds:uri="http://schemas.microsoft.com/office/2006/metadata/properties"/>
    <ds:schemaRef ds:uri="2289e7e7-b654-4a35-813d-26a84d3a904d"/>
    <ds:schemaRef ds:uri="http://purl.org/dc/terms/"/>
    <ds:schemaRef ds:uri="http://schemas.microsoft.com/office/2006/documentManagement/type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DACF4E5-2E84-4E5C-8800-FD7EB09147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Zentiva - 2023</Template>
  <TotalTime>0</TotalTime>
  <Words>446</Words>
  <Application>Microsoft Office PowerPoint</Application>
  <PresentationFormat>Widescreen</PresentationFormat>
  <Paragraphs>129</Paragraphs>
  <Slides>14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 Narrow</vt:lpstr>
      <vt:lpstr>Arial</vt:lpstr>
      <vt:lpstr>Calibri</vt:lpstr>
      <vt:lpstr>Century Gothic</vt:lpstr>
      <vt:lpstr>Roboto</vt:lpstr>
      <vt:lpstr>Zentiva - 2023</vt:lpstr>
      <vt:lpstr>think-cell Slide</vt:lpstr>
      <vt:lpstr>PROJECT :  IMPLEMENTATION OF JUMBO BAG  IN  PARACETAMOL EP API</vt:lpstr>
      <vt:lpstr>THIS PPT. IS PREPARED TO UNDERSTAND THE PROJECT TIMELINES AND LEARNINGS FROM THE PROJECT</vt:lpstr>
      <vt:lpstr>PowerPoint Presentation</vt:lpstr>
      <vt:lpstr>PowerPoint Presentation</vt:lpstr>
      <vt:lpstr>PowerPoint Presentation</vt:lpstr>
      <vt:lpstr>PowerPoint Presentation</vt:lpstr>
      <vt:lpstr>Style box</vt:lpstr>
      <vt:lpstr>PowerPoint Presentation</vt:lpstr>
      <vt:lpstr>PowerPoint Presentation</vt:lpstr>
      <vt:lpstr>Key acheivements and Changes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Prior</dc:creator>
  <cp:lastModifiedBy>Novak, Martin /CZ</cp:lastModifiedBy>
  <cp:revision>107</cp:revision>
  <dcterms:created xsi:type="dcterms:W3CDTF">2018-06-28T09:21:24Z</dcterms:created>
  <dcterms:modified xsi:type="dcterms:W3CDTF">2026-02-04T16:29:12Z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dfa7238-1546-4274-9797-c50d14c299ed_Enabled">
    <vt:lpwstr>true</vt:lpwstr>
  </property>
  <property fmtid="{D5CDD505-2E9C-101B-9397-08002B2CF9AE}" pid="3" name="MSIP_Label_6dfa7238-1546-4274-9797-c50d14c299ed_SetDate">
    <vt:lpwstr>2023-08-24T18:14:36Z</vt:lpwstr>
  </property>
  <property fmtid="{D5CDD505-2E9C-101B-9397-08002B2CF9AE}" pid="4" name="MSIP_Label_6dfa7238-1546-4274-9797-c50d14c299ed_Method">
    <vt:lpwstr>Standard</vt:lpwstr>
  </property>
  <property fmtid="{D5CDD505-2E9C-101B-9397-08002B2CF9AE}" pid="5" name="MSIP_Label_6dfa7238-1546-4274-9797-c50d14c299ed_Name">
    <vt:lpwstr>L003S001</vt:lpwstr>
  </property>
  <property fmtid="{D5CDD505-2E9C-101B-9397-08002B2CF9AE}" pid="6" name="MSIP_Label_6dfa7238-1546-4274-9797-c50d14c299ed_SiteId">
    <vt:lpwstr>2c0d789f-2311-4d29-83c5-395a89052a25</vt:lpwstr>
  </property>
  <property fmtid="{D5CDD505-2E9C-101B-9397-08002B2CF9AE}" pid="7" name="MSIP_Label_6dfa7238-1546-4274-9797-c50d14c299ed_ActionId">
    <vt:lpwstr>00a58b9b-3af4-4c2f-9e35-6bfee713b142</vt:lpwstr>
  </property>
  <property fmtid="{D5CDD505-2E9C-101B-9397-08002B2CF9AE}" pid="8" name="MSIP_Label_6dfa7238-1546-4274-9797-c50d14c299ed_ContentBits">
    <vt:lpwstr>1</vt:lpwstr>
  </property>
  <property fmtid="{D5CDD505-2E9C-101B-9397-08002B2CF9AE}" pid="9" name="ClassificationContentMarkingHeaderLocations">
    <vt:lpwstr>Office Theme:3</vt:lpwstr>
  </property>
  <property fmtid="{D5CDD505-2E9C-101B-9397-08002B2CF9AE}" pid="10" name="ClassificationContentMarkingHeaderText">
    <vt:lpwstr>C3-Confidential</vt:lpwstr>
  </property>
  <property fmtid="{D5CDD505-2E9C-101B-9397-08002B2CF9AE}" pid="11" name="ContentTypeId">
    <vt:lpwstr>0x0101000EC562B37D33F2408DD62D6138F7B3A0</vt:lpwstr>
  </property>
  <property fmtid="{D5CDD505-2E9C-101B-9397-08002B2CF9AE}" pid="12" name="MediaServiceImageTags">
    <vt:lpwstr/>
  </property>
</Properties>
</file>