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v007</a:t>
            </a:r>
          </a:p>
        </p:txBody>
      </p:sp>
      <p:pic>
        <p:nvPicPr>
          <p:cNvPr id="4" name="Picture Placeholder 3" descr="title_bg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2048" r="12048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Market Challenges:</a:t>
            </a:r>
          </a:p>
          <a:p>
            <a:pPr lvl="1"/>
            <a:r>
              <a:t>Rebate walls from PBMs.</a:t>
            </a:r>
          </a:p>
          <a:p>
            <a:pPr lvl="1"/>
            <a:r>
              <a:t>Biosimilar voids in specialized therapeutic areas.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