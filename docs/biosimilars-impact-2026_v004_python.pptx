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Market Insights v004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The global biosimilars market is projected to reach ~$49B by 2026.</a:t>
            </a:r>
          </a:p>
          <a:p>
            <a:pPr lvl="1"/>
            <a:r>
              <a:t>17% Compound Annual Growth Rate (CAGR).</a:t>
            </a:r>
          </a:p>
          <a:p>
            <a:pPr lvl="1"/>
            <a:r>
              <a:t>Primary driver: Patent cliffs of high-value biologics.</a:t>
            </a:r>
          </a:p>
          <a:p>
            <a:pPr/>
            <a:r>
              <a:t>Key growth engine for Zentiva's portfolio.</a:t>
            </a:r>
          </a:p>
          <a:p>
            <a:pPr lvl="1"/>
            <a:r>
              <a:t>Targeting oncology and immunology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Healthcare cost containment:</a:t>
            </a:r>
          </a:p>
          <a:p>
            <a:pPr lvl="1"/>
            <a:r>
              <a:t>Projected savings exceeding $30B annually.</a:t>
            </a:r>
          </a:p>
          <a:p>
            <a:pPr lvl="1"/>
            <a:r>
              <a:t>Improved accessibility for chronic disease patients.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Market Challenges:</a:t>
            </a:r>
          </a:p>
          <a:p>
            <a:pPr lvl="1"/>
            <a:r>
              <a:t>Rebate walls from PBMs.</a:t>
            </a:r>
          </a:p>
          <a:p>
            <a:pPr lvl="1"/>
            <a:r>
              <a:t>Biosimilar voids in specialized therapeutic areas.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