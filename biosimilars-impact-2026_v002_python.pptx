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The global biosimilars market is projected to reach ~9B by 2026, driven by a 17% CAGR. It is a critical growth engine for the broader generics industry.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Key Growth Drivers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Patent expirations for major biologics, increasing demand for affordable care, and supportive regulatory shifts (e.g., interchangeable designations) are accelerating adoption.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Cost Savings &amp; Accessibility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Biosimilars are expected to save healthcare systems over 0B annually by 2026, significantly improving patient access to life-saving treatments.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Strategic Challenges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Market entry faces hurdles like the 'rebate wall' from PBMs and the 'biosimilar void' where some expiring patents lack developed alternatives.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C1B7D"/>
                </a:solidFill>
              </a:defRPr>
            </a:pPr>
            <a:r>
              <a:t>Future Outlook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Biosimilars will redefine the generic model, requiring specialized development capabilities. Zentiva remains positioned to lead in this high-growth healthcare segment.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