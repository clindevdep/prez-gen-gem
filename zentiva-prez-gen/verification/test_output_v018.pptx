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9"/>
  </p:notesMasterIdLst>
  <p:handoutMasterIdLst>
    <p:handoutMasterId r:id="rId20"/>
  </p:handoutMasterIdLst>
  <p:sldIdLst>
    <p:sldId id="269" r:id="rId5"/>
    <p:sldId id="307" r:id="rId25"/>
    <p:sldId id="308" r:id="rId26"/>
    <p:sldId id="309" r:id="rId27"/>
    <p:sldId id="310" r:id="rId28"/>
    <p:sldId id="299" r:id="rId6"/>
    <p:sldId id="2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89F"/>
    <a:srgbClr val="0070D0"/>
    <a:srgbClr val="006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150"/>
  </p:normalViewPr>
  <p:slideViewPr>
    <p:cSldViewPr snapToGrid="0" snapToObjects="1">
      <p:cViewPr varScale="1">
        <p:scale>
          <a:sx n="104" d="100"/>
          <a:sy n="104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D3F253-CD50-844C-8488-15B8F0C7D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C5604-4970-4B4E-A517-B4725A0D2E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147B-9EE5-7543-A5FB-03F6B0ECBE8A}" type="datetimeFigureOut">
              <a:rPr lang="en-US" smtClean="0"/>
              <a:t>04-Feb-26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5B6-1712-F042-BCC6-B35692E5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9203B-75C4-8843-95E2-691382E94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CD85-E949-6646-8275-324728FD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9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D981E-F1D8-184B-973D-405FD95324AA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6367-8D66-C548-9361-CD3CCA1D57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387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5927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06525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BB4BE-853D-571B-D598-6153B34B5A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85CEC-0945-4B69-3388-84471F768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9E13-5219-8459-55AA-653DAD3AD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836FF-8D64-6BDE-3E61-C3A7EBCC6001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FFBCE-899C-3D2F-04C9-DBD0CBA73A9D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4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BC8DB-5122-DC68-DB45-FA6BB1AE474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58" y="1297"/>
            <a:ext cx="5647141" cy="6740056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  <a:gd name="connsiteX0" fmla="*/ 1507187 w 6101948"/>
              <a:gd name="connsiteY0" fmla="*/ 1295 h 6858000"/>
              <a:gd name="connsiteX1" fmla="*/ 1555348 w 6101948"/>
              <a:gd name="connsiteY1" fmla="*/ 0 h 6858000"/>
              <a:gd name="connsiteX2" fmla="*/ 6101948 w 6101948"/>
              <a:gd name="connsiteY2" fmla="*/ 0 h 6858000"/>
              <a:gd name="connsiteX3" fmla="*/ 6101948 w 6101948"/>
              <a:gd name="connsiteY3" fmla="*/ 6858000 h 6858000"/>
              <a:gd name="connsiteX4" fmla="*/ 1555348 w 6101948"/>
              <a:gd name="connsiteY4" fmla="*/ 6858000 h 6858000"/>
              <a:gd name="connsiteX5" fmla="*/ 1555348 w 6101948"/>
              <a:gd name="connsiteY5" fmla="*/ 6853574 h 6858000"/>
              <a:gd name="connsiteX6" fmla="*/ 1507187 w 6101948"/>
              <a:gd name="connsiteY6" fmla="*/ 6811855 h 6858000"/>
              <a:gd name="connsiteX7" fmla="*/ 0 w 6101948"/>
              <a:gd name="connsiteY7" fmla="*/ 3406575 h 6858000"/>
              <a:gd name="connsiteX8" fmla="*/ 1507187 w 6101948"/>
              <a:gd name="connsiteY8" fmla="*/ 1295 h 6858000"/>
              <a:gd name="connsiteX0" fmla="*/ 1514049 w 6101949"/>
              <a:gd name="connsiteY0" fmla="*/ 0 h 6876140"/>
              <a:gd name="connsiteX1" fmla="*/ 1555349 w 6101949"/>
              <a:gd name="connsiteY1" fmla="*/ 18140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944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9" h="6876140">
                <a:moveTo>
                  <a:pt x="1514049" y="0"/>
                </a:moveTo>
                <a:lnTo>
                  <a:pt x="1555349" y="1944"/>
                </a:lnTo>
                <a:lnTo>
                  <a:pt x="6101949" y="1944"/>
                </a:lnTo>
                <a:lnTo>
                  <a:pt x="6101949" y="6876140"/>
                </a:lnTo>
                <a:lnTo>
                  <a:pt x="1555349" y="6876140"/>
                </a:lnTo>
                <a:lnTo>
                  <a:pt x="1555349" y="6871714"/>
                </a:lnTo>
                <a:lnTo>
                  <a:pt x="1507188" y="6829995"/>
                </a:lnTo>
                <a:cubicBezTo>
                  <a:pt x="581291" y="5988459"/>
                  <a:pt x="-1142" y="4563047"/>
                  <a:pt x="1" y="3424715"/>
                </a:cubicBezTo>
                <a:cubicBezTo>
                  <a:pt x="1144" y="2286383"/>
                  <a:pt x="588152" y="841537"/>
                  <a:pt x="151404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59C4F-1B5C-C176-4B47-8A9B22028FF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0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D02E8-BC40-4DF0-A298-4B04C290CCB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DDA53-BED0-C1D5-5F95-B55DE0FB7797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CDFED0-3A1F-5B65-CF1B-C0D2304D1A49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C676-ED6B-8197-7DE8-DA237594DC7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D7AC-5F4A-948A-4FD4-11DD112503C7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6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49D49-04F1-7F18-F44C-A91E0768827E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4C58F-2086-E70C-0A90-BD7CE6037C78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127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8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-20545"/>
            <a:ext cx="5647140" cy="6761898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8" h="6898423">
                <a:moveTo>
                  <a:pt x="1555348" y="0"/>
                </a:moveTo>
                <a:lnTo>
                  <a:pt x="1555348" y="40423"/>
                </a:lnTo>
                <a:lnTo>
                  <a:pt x="6101948" y="40423"/>
                </a:lnTo>
                <a:lnTo>
                  <a:pt x="6101948" y="6898423"/>
                </a:lnTo>
                <a:lnTo>
                  <a:pt x="1555348" y="6898423"/>
                </a:lnTo>
                <a:lnTo>
                  <a:pt x="1555348" y="6893997"/>
                </a:lnTo>
                <a:lnTo>
                  <a:pt x="1507187" y="6852278"/>
                </a:lnTo>
                <a:cubicBezTo>
                  <a:pt x="581290" y="6010742"/>
                  <a:pt x="0" y="4796754"/>
                  <a:pt x="0" y="3446998"/>
                </a:cubicBezTo>
                <a:cubicBezTo>
                  <a:pt x="0" y="2097243"/>
                  <a:pt x="581290" y="883255"/>
                  <a:pt x="1507187" y="4171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57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326134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173470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7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1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.emf"/><Relationship Id="rId2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4BEAA08-2997-DA0B-9B50-3CEECA85A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470509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04" imgH="405" progId="TCLayout.ActiveDocument.1">
                  <p:embed/>
                </p:oleObj>
              </mc:Choice>
              <mc:Fallback>
                <p:oleObj name="think-cell Slide" r:id="rId27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BEAA08-2997-DA0B-9B50-3CEECA85A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D4031-9D52-0F4F-B342-500BFBFB8879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0508D-6CE7-1240-875B-E7FA1292D574}"/>
              </a:ext>
            </a:extLst>
          </p:cNvPr>
          <p:cNvSpPr/>
          <p:nvPr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256F-7315-7042-84F8-EA258E35446E}"/>
              </a:ext>
            </a:extLst>
          </p:cNvPr>
          <p:cNvSpPr/>
          <p:nvPr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9CDA2-C0AD-0D4F-8C45-001A323754E7}"/>
              </a:ext>
            </a:extLst>
          </p:cNvPr>
          <p:cNvSpPr/>
          <p:nvPr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929A6-EC38-B845-A17C-D5C6FA4D5213}"/>
              </a:ext>
            </a:extLst>
          </p:cNvPr>
          <p:cNvSpPr/>
          <p:nvPr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FAAF6-42FF-994F-B859-766608CA43FB}"/>
              </a:ext>
            </a:extLst>
          </p:cNvPr>
          <p:cNvSpPr/>
          <p:nvPr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4811E-7A95-3840-B898-B7C2DEBD5BFF}"/>
              </a:ext>
            </a:extLst>
          </p:cNvPr>
          <p:cNvSpPr/>
          <p:nvPr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11EE-E201-3141-81A7-5F3903618E8F}"/>
              </a:ext>
            </a:extLst>
          </p:cNvPr>
          <p:cNvSpPr/>
          <p:nvPr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0BCCE0C-919A-5C45-A37D-78FC89729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8977" y="6379211"/>
            <a:ext cx="6126393" cy="3806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14084E-DA1C-D04F-986F-B5B98CE9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6189" y="6379211"/>
            <a:ext cx="49084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E9999B6-258B-B442-A635-2B735D0F5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CD4D0BD-9BA1-CF4F-BB0D-CE12B73C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7" y="365127"/>
            <a:ext cx="11009549" cy="784664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1DCB31A-B8ED-E540-9AC0-BAA02C81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07" y="1427148"/>
            <a:ext cx="11009549" cy="4749815"/>
          </a:xfrm>
          <a:prstGeom prst="rect">
            <a:avLst/>
          </a:prstGeom>
        </p:spPr>
        <p:txBody>
          <a:bodyPr vert="horz" lIns="91440" tIns="90000" rIns="9144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BF204-D8DC-2567-CEB2-875D1EC98186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AA5D41-823F-5A60-E8A4-0499534FB9D7}"/>
              </a:ext>
            </a:extLst>
          </p:cNvPr>
          <p:cNvSpPr/>
          <p:nvPr userDrawn="1"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8293C-EAA5-0F9A-C475-EB361F814C3D}"/>
              </a:ext>
            </a:extLst>
          </p:cNvPr>
          <p:cNvSpPr/>
          <p:nvPr userDrawn="1"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05482-749A-A6AD-3D60-F6BF194F69B3}"/>
              </a:ext>
            </a:extLst>
          </p:cNvPr>
          <p:cNvSpPr/>
          <p:nvPr userDrawn="1"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B327B-175B-A855-88AB-B67FE043A922}"/>
              </a:ext>
            </a:extLst>
          </p:cNvPr>
          <p:cNvSpPr/>
          <p:nvPr userDrawn="1"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8CC5-B4E3-C7D4-2549-38484BFC3D8F}"/>
              </a:ext>
            </a:extLst>
          </p:cNvPr>
          <p:cNvSpPr/>
          <p:nvPr userDrawn="1"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EEE-67D4-26B6-D5AF-2204DB519C21}"/>
              </a:ext>
            </a:extLst>
          </p:cNvPr>
          <p:cNvSpPr/>
          <p:nvPr userDrawn="1"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E214A-3ECB-2909-E612-B691BBA6B4BC}"/>
              </a:ext>
            </a:extLst>
          </p:cNvPr>
          <p:cNvSpPr/>
          <p:nvPr userDrawn="1"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49" r:id="rId13"/>
    <p:sldLayoutId id="2147483695" r:id="rId14"/>
    <p:sldLayoutId id="2147483669" r:id="rId15"/>
    <p:sldLayoutId id="2147483664" r:id="rId16"/>
    <p:sldLayoutId id="2147483694" r:id="rId17"/>
    <p:sldLayoutId id="2147483676" r:id="rId18"/>
    <p:sldLayoutId id="2147483677" r:id="rId19"/>
    <p:sldLayoutId id="2147483680" r:id="rId20"/>
    <p:sldLayoutId id="2147483681" r:id="rId21"/>
    <p:sldLayoutId id="2147483686" r:id="rId22"/>
    <p:sldLayoutId id="2147483689" r:id="rId23"/>
    <p:sldLayoutId id="214748369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3EC89F"/>
        </a:buClr>
        <a:buFont typeface="Arial" panose="020B0604020202020204" pitchFamily="34" charset="0"/>
        <a:buNone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B3362F3-2BC0-DF85-9FB0-0563E939523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0043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3362F3-2BC0-DF85-9FB0-0563E93952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Placeholder 16" descr="A person walking on a log in the woods&#10;&#10;Description automatically generated">
            <a:extLst>
              <a:ext uri="{FF2B5EF4-FFF2-40B4-BE49-F238E27FC236}">
                <a16:creationId xmlns:a16="http://schemas.microsoft.com/office/drawing/2014/main" id="{62D2B968-6260-8323-01E5-4DAB658C10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" r="16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C08BD3-4961-9DF7-785C-DA6CDBA2FA93}"/>
              </a:ext>
            </a:extLst>
          </p:cNvPr>
          <p:cNvSpPr/>
          <p:nvPr/>
        </p:nvSpPr>
        <p:spPr>
          <a:xfrm>
            <a:off x="0" y="0"/>
            <a:ext cx="12192000" cy="5859463"/>
          </a:xfrm>
          <a:prstGeom prst="rect">
            <a:avLst/>
          </a:prstGeom>
          <a:gradFill>
            <a:gsLst>
              <a:gs pos="22000">
                <a:schemeClr val="accent1"/>
              </a:gs>
              <a:gs pos="97000">
                <a:schemeClr val="accent2">
                  <a:alpha val="31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E40C74-FBFF-526F-AB6F-98FBDAE03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323" y="1351006"/>
            <a:ext cx="10118750" cy="2331308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r>
              <a:t>Test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669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</a:rPr>
              <a:t>2026-Feb-14</a:t>
            </a:r>
          </a:p>
        </p:txBody>
      </p:sp>
    </p:spTree>
    <p:extLst>
      <p:ext uri="{BB962C8B-B14F-4D97-AF65-F5344CB8AC3E}">
        <p14:creationId xmlns:p14="http://schemas.microsoft.com/office/powerpoint/2010/main" val="116470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D85E4B-58FA-6088-10EE-969C34FB179A}"/>
              </a:ext>
            </a:extLst>
          </p:cNvPr>
          <p:cNvSpPr/>
          <p:nvPr/>
        </p:nvSpPr>
        <p:spPr>
          <a:xfrm>
            <a:off x="0" y="0"/>
            <a:ext cx="12192000" cy="5859463"/>
          </a:xfrm>
          <a:prstGeom prst="rect">
            <a:avLst/>
          </a:prstGeom>
          <a:gradFill>
            <a:gsLst>
              <a:gs pos="22000">
                <a:schemeClr val="accent1"/>
              </a:gs>
              <a:gs pos="97000">
                <a:schemeClr val="accent2">
                  <a:alpha val="31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43558C1-92B2-027B-5477-0ECE9B209E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/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B21DA95-580C-4CB2-5BCC-445C1BCE3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324" y="1351006"/>
            <a:ext cx="10007912" cy="2331308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t>This is a test quote to verify the gradient background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8704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ign on a pole next to a building&#10;&#10;Description automatically generated">
            <a:extLst>
              <a:ext uri="{FF2B5EF4-FFF2-40B4-BE49-F238E27FC236}">
                <a16:creationId xmlns:a16="http://schemas.microsoft.com/office/drawing/2014/main" id="{FE4A9169-7CEB-2FD7-C3CF-7852FC6A42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0125"/>
          <a:stretch/>
        </p:blipFill>
        <p:spPr>
          <a:xfrm>
            <a:off x="0" y="0"/>
            <a:ext cx="12191999" cy="58622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427" y="1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EEF116F-B42C-851D-1FCC-5AB7887A41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Split Layout Test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9D2C35D-04E9-CF2C-1A75-300508FCE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Right Image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/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457302549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 Test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Aft>
                <a:spcPts val="1800"/>
              </a:spcAft>
              <a:buNone/>
            </a:pPr>
            <a:r>
              <a:rPr sz="1800">
                <a:solidFill>
                  <a:srgbClr val="00A98F"/>
                </a:solidFill>
              </a:rPr>
              <a:t>This is a green subtitle for the content slide</a:t>
            </a:r>
          </a:p>
          <a:p>
            <a:pPr marL="457200" indent="-274320">
              <a:buChar char="•"/>
              <a:buClr>
                <a:srgbClr val="0C4160"/>
              </a:buClr>
            </a:pPr>
            <a:r>
              <a:rPr sz="2000">
                <a:solidFill>
                  <a:srgbClr val="0C4160"/>
                </a:solidFill>
              </a:rPr>
              <a:t>First level bullet point</a:t>
            </a:r>
          </a:p>
          <a:p>
            <a:pPr lvl="1" marL="914400" indent="-274320">
              <a:buChar char="•"/>
              <a:buClr>
                <a:srgbClr val="00A98F"/>
              </a:buClr>
            </a:pPr>
            <a:r>
              <a:rPr sz="1600">
                <a:solidFill>
                  <a:srgbClr val="00A98F"/>
                </a:solidFill>
              </a:rPr>
              <a:t>Second level indented</a:t>
            </a:r>
          </a:p>
          <a:p>
            <a:pPr lvl="1" marL="914400" indent="-274320">
              <a:buChar char="•"/>
              <a:buClr>
                <a:srgbClr val="00A98F"/>
              </a:buClr>
            </a:pPr>
            <a:r>
              <a:rPr sz="1600">
                <a:solidFill>
                  <a:srgbClr val="00A98F"/>
                </a:solidFill>
              </a:rPr>
              <a:t>Another second level</a:t>
            </a:r>
          </a:p>
          <a:p>
            <a:pPr marL="457200" indent="-274320">
              <a:buChar char="•"/>
              <a:buClr>
                <a:srgbClr val="0C4160"/>
              </a:buClr>
            </a:pPr>
            <a:r>
              <a:rPr sz="2000">
                <a:solidFill>
                  <a:srgbClr val="0C4160"/>
                </a:solidFill>
              </a:rPr>
              <a:t>Back to first level</a:t>
            </a:r>
          </a:p>
          <a:p>
            <a:pPr lvl="1" marL="914400" indent="-274320">
              <a:buChar char="•"/>
              <a:buClr>
                <a:srgbClr val="00A98F"/>
              </a:buClr>
            </a:pPr>
            <a:r>
              <a:rPr sz="1600">
                <a:solidFill>
                  <a:srgbClr val="00A98F"/>
                </a:solidFill>
              </a:rPr>
              <a:t>Nested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0C4160"/>
                </a:solidFill>
              </a:rPr>
              <a:t>1 /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 Layout Test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marL="457200" indent="-274320">
              <a:buChar char="•"/>
              <a:buClr>
                <a:srgbClr val="00A98F"/>
              </a:buClr>
            </a:pPr>
            <a:r>
              <a:t>Left column point 1</a:t>
            </a:r>
          </a:p>
          <a:p>
            <a:pPr marL="457200" indent="-274320">
              <a:buChar char="•"/>
              <a:buClr>
                <a:srgbClr val="00A98F"/>
              </a:buClr>
            </a:pPr>
            <a:r>
              <a:t>Left column point 2</a:t>
            </a:r>
          </a:p>
          <a:p>
            <a:pPr marL="457200" indent="-274320">
              <a:buChar char="•"/>
              <a:buClr>
                <a:srgbClr val="00A98F"/>
              </a:buClr>
            </a:pPr>
            <a:r>
              <a:t>Left column point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marL="457200" indent="-274320">
              <a:buChar char="•"/>
              <a:buClr>
                <a:srgbClr val="FFFFFF"/>
              </a:buClr>
            </a:pPr>
            <a:r>
              <a:t>Right column point 1</a:t>
            </a:r>
          </a:p>
          <a:p>
            <a:pPr marL="457200" indent="-274320">
              <a:buChar char="•"/>
              <a:buClr>
                <a:srgbClr val="FFFFFF"/>
              </a:buClr>
            </a:pPr>
            <a:r>
              <a:t>Right column point 2</a:t>
            </a:r>
          </a:p>
          <a:p>
            <a:pPr marL="457200" indent="-274320">
              <a:buChar char="•"/>
              <a:buClr>
                <a:srgbClr val="FFFFFF"/>
              </a:buClr>
            </a:pPr>
            <a:r>
              <a:t>Right column point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0C4160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 marL="457200" indent="-274320">
              <a:buChar char="•"/>
              <a:buClr>
                <a:srgbClr val="0C4160"/>
              </a:buClr>
            </a:pPr>
            <a:r>
              <a:rPr sz="1800">
                <a:solidFill>
                  <a:srgbClr val="0C4160"/>
                </a:solidFill>
              </a:rPr>
              <a:t>Key feature one</a:t>
            </a:r>
          </a:p>
          <a:p>
            <a:pPr lvl="1" marL="914400" indent="-274320">
              <a:buChar char="•"/>
              <a:buClr>
                <a:srgbClr val="00A98F"/>
              </a:buClr>
            </a:pPr>
            <a:r>
              <a:rPr sz="1400">
                <a:solidFill>
                  <a:srgbClr val="00A98F"/>
                </a:solidFill>
              </a:rPr>
              <a:t>Detail about feature one</a:t>
            </a:r>
          </a:p>
          <a:p>
            <a:pPr marL="457200" indent="-274320">
              <a:buChar char="•"/>
              <a:buClr>
                <a:srgbClr val="0C4160"/>
              </a:buClr>
            </a:pPr>
            <a:r>
              <a:rPr sz="1800">
                <a:solidFill>
                  <a:srgbClr val="0C4160"/>
                </a:solidFill>
              </a:rPr>
              <a:t>Key feature two</a:t>
            </a:r>
          </a:p>
          <a:p>
            <a:pPr lvl="1" marL="914400" indent="-274320">
              <a:buChar char="•"/>
              <a:buClr>
                <a:srgbClr val="00A98F"/>
              </a:buClr>
            </a:pPr>
            <a:r>
              <a:rPr sz="1400">
                <a:solidFill>
                  <a:srgbClr val="00A98F"/>
                </a:solidFill>
              </a:rPr>
              <a:t>Detail about feature two</a:t>
            </a:r>
          </a:p>
          <a:p>
            <a:pPr marL="457200" indent="-274320">
              <a:buChar char="•"/>
              <a:buClr>
                <a:srgbClr val="0C4160"/>
              </a:buClr>
            </a:pPr>
            <a:r>
              <a:rPr sz="1800">
                <a:solidFill>
                  <a:srgbClr val="0C4160"/>
                </a:solidFill>
              </a:rPr>
              <a:t>Key feature three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and Image Layout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0A98F"/>
                </a:solidFill>
              </a:rPr>
              <a:t>Slide 12 style with content left and image right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10789920" y="63093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0C4160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Aft>
                <a:spcPts val="1800"/>
              </a:spcAft>
              <a:buNone/>
            </a:pPr>
            <a:r>
              <a:rPr sz="1800">
                <a:solidFill>
                  <a:srgbClr val="00A98F"/>
                </a:solidFill>
              </a:rPr>
              <a:t>Summary of this presentation</a:t>
            </a:r>
          </a:p>
          <a:p>
            <a:pPr marL="457200" indent="-274320">
              <a:buChar char="•"/>
              <a:buClr>
                <a:srgbClr val="00A98F"/>
              </a:buClr>
            </a:pPr>
            <a:r>
              <a:rPr sz="2200">
                <a:solidFill>
                  <a:srgbClr val="0C4160"/>
                </a:solidFill>
              </a:rPr>
              <a:t>Zentiva branding is fully preserved</a:t>
            </a:r>
          </a:p>
          <a:p>
            <a:pPr marL="457200" indent="-274320">
              <a:buChar char="•"/>
              <a:buClr>
                <a:srgbClr val="00A98F"/>
              </a:buClr>
            </a:pPr>
            <a:r>
              <a:rPr sz="2200">
                <a:solidFill>
                  <a:srgbClr val="0C4160"/>
                </a:solidFill>
              </a:rPr>
              <a:t>Multiple slide layouts are supported</a:t>
            </a:r>
          </a:p>
          <a:p>
            <a:pPr marL="457200" indent="-274320">
              <a:buChar char="•"/>
              <a:buClr>
                <a:srgbClr val="00A98F"/>
              </a:buClr>
            </a:pPr>
            <a:r>
              <a:rPr sz="2200">
                <a:solidFill>
                  <a:srgbClr val="0C4160"/>
                </a:solidFill>
              </a:rPr>
              <a:t>Hierarchical bullet points with color styling</a:t>
            </a:r>
          </a:p>
          <a:p>
            <a:pPr marL="457200" indent="-274320">
              <a:buChar char="•"/>
              <a:buClr>
                <a:srgbClr val="00A98F"/>
              </a:buClr>
            </a:pPr>
            <a:r>
              <a:rPr sz="2200">
                <a:solidFill>
                  <a:srgbClr val="0C4160"/>
                </a:solidFill>
              </a:rPr>
              <a:t>Text and image layouts available</a:t>
            </a:r>
          </a:p>
          <a:p>
            <a:pPr marL="457200" indent="-274320">
              <a:buChar char="•"/>
              <a:buClr>
                <a:srgbClr val="00A98F"/>
              </a:buClr>
            </a:pPr>
            <a:r>
              <a:rPr sz="2200">
                <a:solidFill>
                  <a:srgbClr val="0C4160"/>
                </a:solidFill>
              </a:rPr>
              <a:t>Slide management (hide, reorder)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0C4160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Zentiva - 2023">
  <a:themeElements>
    <a:clrScheme name="Zentiva - October 2023">
      <a:dk1>
        <a:srgbClr val="323232"/>
      </a:dk1>
      <a:lt1>
        <a:srgbClr val="FFFFFF"/>
      </a:lt1>
      <a:dk2>
        <a:srgbClr val="004875"/>
      </a:dk2>
      <a:lt2>
        <a:srgbClr val="EDEDED"/>
      </a:lt2>
      <a:accent1>
        <a:srgbClr val="004876"/>
      </a:accent1>
      <a:accent2>
        <a:srgbClr val="00BD8E"/>
      </a:accent2>
      <a:accent3>
        <a:srgbClr val="1C6DC3"/>
      </a:accent3>
      <a:accent4>
        <a:srgbClr val="B9207B"/>
      </a:accent4>
      <a:accent5>
        <a:srgbClr val="FC4C02"/>
      </a:accent5>
      <a:accent6>
        <a:srgbClr val="FFCC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entiva - 2023" id="{ED0866B8-A48B-AE46-84C3-59334CDD0D4C}" vid="{E9065DF8-D667-5045-8BD5-6ED4D68C2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C562B37D33F2408DD62D6138F7B3A0" ma:contentTypeVersion="11" ma:contentTypeDescription="Create a new document." ma:contentTypeScope="" ma:versionID="dcedc201b6ebba5a4039635571702f3c">
  <xsd:schema xmlns:xsd="http://www.w3.org/2001/XMLSchema" xmlns:xs="http://www.w3.org/2001/XMLSchema" xmlns:p="http://schemas.microsoft.com/office/2006/metadata/properties" xmlns:ns2="a12d1f2f-b3ea-48e3-8d56-27f45d2566f9" xmlns:ns3="2289e7e7-b654-4a35-813d-26a84d3a904d" targetNamespace="http://schemas.microsoft.com/office/2006/metadata/properties" ma:root="true" ma:fieldsID="9605551047222971607e091dcc77f58a" ns2:_="" ns3:_="">
    <xsd:import namespace="a12d1f2f-b3ea-48e3-8d56-27f45d2566f9"/>
    <xsd:import namespace="2289e7e7-b654-4a35-813d-26a84d3a9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d1f2f-b3ea-48e3-8d56-27f45d25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3c32ade-1f72-491f-8e80-ad8224348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9e7e7-b654-4a35-813d-26a84d3a904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87d3b03-2ab7-4768-aabb-216402377734}" ma:internalName="TaxCatchAll" ma:showField="CatchAllData" ma:web="9ba2cc10-c5cc-468c-ace1-065c08665c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89e7e7-b654-4a35-813d-26a84d3a904d" xsi:nil="true"/>
    <lcf76f155ced4ddcb4097134ff3c332f xmlns="a12d1f2f-b3ea-48e3-8d56-27f45d2566f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DCDD62-CB31-4290-8A1B-99B49CD27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d1f2f-b3ea-48e3-8d56-27f45d2566f9"/>
    <ds:schemaRef ds:uri="2289e7e7-b654-4a35-813d-26a84d3a9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A0A6C8-3FF4-4EC1-B030-055FF17F1C6A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a12d1f2f-b3ea-48e3-8d56-27f45d2566f9"/>
    <ds:schemaRef ds:uri="http://schemas.microsoft.com/office/2006/metadata/properties"/>
    <ds:schemaRef ds:uri="2289e7e7-b654-4a35-813d-26a84d3a904d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DACF4E5-2E84-4E5C-8800-FD7EB09147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Zentiva - 2023</Template>
  <TotalTime>0</TotalTime>
  <Words>446</Words>
  <Application>Microsoft Office PowerPoint</Application>
  <PresentationFormat>Widescreen</PresentationFormat>
  <Paragraphs>129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Century Gothic</vt:lpstr>
      <vt:lpstr>Roboto</vt:lpstr>
      <vt:lpstr>Zentiva - 2023</vt:lpstr>
      <vt:lpstr>think-cell Slide</vt:lpstr>
      <vt:lpstr>PROJECT :  IMPLEMENTATION OF JUMBO BAG  IN  PARACETAMOL EP API</vt:lpstr>
      <vt:lpstr>THIS PPT. IS PREPARED TO UNDERSTAND THE PROJECT TIMELINES AND LEARNINGS FROM THE PROJECT</vt:lpstr>
      <vt:lpstr>PowerPoint Presentation</vt:lpstr>
      <vt:lpstr>PowerPoint Presentation</vt:lpstr>
      <vt:lpstr>PowerPoint Presentation</vt:lpstr>
      <vt:lpstr>PowerPoint Presentation</vt:lpstr>
      <vt:lpstr>Style box</vt:lpstr>
      <vt:lpstr>PowerPoint Presentation</vt:lpstr>
      <vt:lpstr>PowerPoint Presentation</vt:lpstr>
      <vt:lpstr>Key acheivements and Changes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Prior</dc:creator>
  <cp:lastModifiedBy>Novak, Martin /CZ</cp:lastModifiedBy>
  <cp:revision>107</cp:revision>
  <dcterms:created xsi:type="dcterms:W3CDTF">2018-06-28T09:21:24Z</dcterms:created>
  <dcterms:modified xsi:type="dcterms:W3CDTF">2026-02-04T16:29:12Z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fa7238-1546-4274-9797-c50d14c299ed_Enabled">
    <vt:lpwstr>true</vt:lpwstr>
  </property>
  <property fmtid="{D5CDD505-2E9C-101B-9397-08002B2CF9AE}" pid="3" name="MSIP_Label_6dfa7238-1546-4274-9797-c50d14c299ed_SetDate">
    <vt:lpwstr>2023-08-24T18:14:36Z</vt:lpwstr>
  </property>
  <property fmtid="{D5CDD505-2E9C-101B-9397-08002B2CF9AE}" pid="4" name="MSIP_Label_6dfa7238-1546-4274-9797-c50d14c299ed_Method">
    <vt:lpwstr>Standard</vt:lpwstr>
  </property>
  <property fmtid="{D5CDD505-2E9C-101B-9397-08002B2CF9AE}" pid="5" name="MSIP_Label_6dfa7238-1546-4274-9797-c50d14c299ed_Name">
    <vt:lpwstr>L003S001</vt:lpwstr>
  </property>
  <property fmtid="{D5CDD505-2E9C-101B-9397-08002B2CF9AE}" pid="6" name="MSIP_Label_6dfa7238-1546-4274-9797-c50d14c299ed_SiteId">
    <vt:lpwstr>2c0d789f-2311-4d29-83c5-395a89052a25</vt:lpwstr>
  </property>
  <property fmtid="{D5CDD505-2E9C-101B-9397-08002B2CF9AE}" pid="7" name="MSIP_Label_6dfa7238-1546-4274-9797-c50d14c299ed_ActionId">
    <vt:lpwstr>00a58b9b-3af4-4c2f-9e35-6bfee713b142</vt:lpwstr>
  </property>
  <property fmtid="{D5CDD505-2E9C-101B-9397-08002B2CF9AE}" pid="8" name="MSIP_Label_6dfa7238-1546-4274-9797-c50d14c299ed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C3-Confidential</vt:lpwstr>
  </property>
  <property fmtid="{D5CDD505-2E9C-101B-9397-08002B2CF9AE}" pid="11" name="ContentTypeId">
    <vt:lpwstr>0x0101000EC562B37D33F2408DD62D6138F7B3A0</vt:lpwstr>
  </property>
  <property fmtid="{D5CDD505-2E9C-101B-9397-08002B2CF9AE}" pid="12" name="MediaServiceImageTags">
    <vt:lpwstr/>
  </property>
</Properties>
</file>